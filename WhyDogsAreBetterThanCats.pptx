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87" r:id="rId20"/>
    <p:sldId id="2579" r:id="rId21"/>
    <p:sldId id="2580" r:id="rId22"/>
    <p:sldId id="2581" r:id="rId23"/>
    <p:sldId id="2582" r:id="rId24"/>
    <p:sldId id="2583" r:id="rId25"/>
    <p:sldId id="2584" r:id="rId26"/>
    <p:sldId id="2585" r:id="rId27"/>
    <p:sldId id="258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ogs Are Better Than Cats: An In-Depth Comparison" id="{70DE9AAD-7A06-4F25-9AD5-6A6246B2DA09}">
          <p14:sldIdLst>
            <p14:sldId id="2561"/>
            <p14:sldId id="2562"/>
          </p14:sldIdLst>
        </p14:section>
        <p14:section name="Companionship and Loyalty" id="{B377EA7F-D0C5-414E-B1CD-9D4EAF142971}">
          <p14:sldIdLst>
            <p14:sldId id="2563"/>
            <p14:sldId id="2564"/>
            <p14:sldId id="2565"/>
            <p14:sldId id="2566"/>
          </p14:sldIdLst>
        </p14:section>
        <p14:section name="Training and Behavior" id="{7E40685A-7595-49FC-9BD7-8E75D60807FE}">
          <p14:sldIdLst>
            <p14:sldId id="2567"/>
            <p14:sldId id="2568"/>
            <p14:sldId id="2569"/>
            <p14:sldId id="2570"/>
          </p14:sldIdLst>
        </p14:section>
        <p14:section name="Hero Dogs in Movies Vs. Hero Cats in Movies" id="{545B5AE3-983E-4D53-B5C3-47F4D7B1B6B9}">
          <p14:sldIdLst>
            <p14:sldId id="2571"/>
            <p14:sldId id="2572"/>
            <p14:sldId id="2573"/>
            <p14:sldId id="2574"/>
          </p14:sldIdLst>
        </p14:section>
        <p14:section name="Health and Exercise Benefits" id="{B9048F76-1536-4A06-B292-53A6D3D55796}">
          <p14:sldIdLst>
            <p14:sldId id="2575"/>
            <p14:sldId id="2576"/>
            <p14:sldId id="2577"/>
            <p14:sldId id="2578"/>
            <p14:sldId id="2587"/>
          </p14:sldIdLst>
        </p14:section>
        <p14:section name="Protection and Security" id="{DB999B83-6EFD-4D3B-BE0D-3F5BE3C9872A}">
          <p14:sldIdLst>
            <p14:sldId id="2579"/>
            <p14:sldId id="2580"/>
            <p14:sldId id="2581"/>
          </p14:sldIdLst>
        </p14:section>
        <p14:section name="Social and Emotional Impact" id="{2FFCADF9-9996-4967-BB9E-B3219F0515A1}">
          <p14:sldIdLst>
            <p14:sldId id="2582"/>
            <p14:sldId id="2583"/>
            <p14:sldId id="2584"/>
            <p14:sldId id="2585"/>
          </p14:sldIdLst>
        </p14:section>
        <p14:section name="Conclusion" id="{5D44868D-3F39-4680-A182-BE1414ED8AF4}">
          <p14:sldIdLst>
            <p14:sldId id="2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5892F3-002B-DF88-8F71-CA07B093D810}" v="29" dt="2025-01-30T19:35:42.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Habib" userId="S::henry.habib@theintelligentworker.com::490464b4-2593-4646-9d23-98bca4bf9ada" providerId="AD" clId="Web-{4C5892F3-002B-DF88-8F71-CA07B093D810}"/>
    <pc:docChg chg="addSld delSld modSld sldOrd addMainMaster delMainMaster addSection modSection">
      <pc:chgData name="Henry Habib" userId="S::henry.habib@theintelligentworker.com::490464b4-2593-4646-9d23-98bca4bf9ada" providerId="AD" clId="Web-{4C5892F3-002B-DF88-8F71-CA07B093D810}" dt="2025-01-30T19:35:42.523" v="30" actId="34807"/>
      <pc:docMkLst>
        <pc:docMk/>
      </pc:docMkLst>
      <pc:sldChg chg="del">
        <pc:chgData name="Henry Habib" userId="S::henry.habib@theintelligentworker.com::490464b4-2593-4646-9d23-98bca4bf9ada" providerId="AD" clId="Web-{4C5892F3-002B-DF88-8F71-CA07B093D810}" dt="2025-01-30T19:34:51.334" v="0" actId="34807"/>
        <pc:sldMkLst>
          <pc:docMk/>
          <pc:sldMk cId="109857222" sldId="256"/>
        </pc:sldMkLst>
      </pc:sldChg>
      <pc:sldChg chg="addSp modSp add mod setBg modClrScheme addAnim setClrOvrMap chgLayout">
        <pc:chgData name="Henry Habib" userId="S::henry.habib@theintelligentworker.com::490464b4-2593-4646-9d23-98bca4bf9ada" providerId="AD" clId="Web-{4C5892F3-002B-DF88-8F71-CA07B093D810}" dt="2025-01-30T19:34:51.741" v="4" actId="34807"/>
        <pc:sldMkLst>
          <pc:docMk/>
          <pc:sldMk cId="1151713867" sldId="2561"/>
        </pc:sldMkLst>
        <pc:spChg chg="mod">
          <ac:chgData name="Henry Habib" userId="S::henry.habib@theintelligentworker.com::490464b4-2593-4646-9d23-98bca4bf9ada" providerId="AD" clId="Web-{4C5892F3-002B-DF88-8F71-CA07B093D810}" dt="2025-01-30T19:34:51.741" v="1" actId="34807"/>
          <ac:spMkLst>
            <pc:docMk/>
            <pc:sldMk cId="1151713867" sldId="2561"/>
            <ac:spMk id="2" creationId="{E2BCC52E-8CA8-84BA-99A2-637777B03C18}"/>
          </ac:spMkLst>
        </pc:spChg>
        <pc:spChg chg="mod">
          <ac:chgData name="Henry Habib" userId="S::henry.habib@theintelligentworker.com::490464b4-2593-4646-9d23-98bca4bf9ada" providerId="AD" clId="Web-{4C5892F3-002B-DF88-8F71-CA07B093D810}" dt="2025-01-30T19:34:51.741" v="1" actId="34807"/>
          <ac:spMkLst>
            <pc:docMk/>
            <pc:sldMk cId="1151713867" sldId="2561"/>
            <ac:spMk id="3" creationId="{1E048BCA-95BB-F6BB-A8A4-B2819AC0F01C}"/>
          </ac:spMkLst>
        </pc:spChg>
        <pc:spChg chg="add">
          <ac:chgData name="Henry Habib" userId="S::henry.habib@theintelligentworker.com::490464b4-2593-4646-9d23-98bca4bf9ada" providerId="AD" clId="Web-{4C5892F3-002B-DF88-8F71-CA07B093D810}" dt="2025-01-30T19:34:51.741" v="1" actId="34807"/>
          <ac:spMkLst>
            <pc:docMk/>
            <pc:sldMk cId="1151713867" sldId="2561"/>
            <ac:spMk id="9" creationId="{6E448DB1-4196-18A6-15DA-C72635C1B11E}"/>
          </ac:spMkLst>
        </pc:spChg>
        <pc:spChg chg="add">
          <ac:chgData name="Henry Habib" userId="S::henry.habib@theintelligentworker.com::490464b4-2593-4646-9d23-98bca4bf9ada" providerId="AD" clId="Web-{4C5892F3-002B-DF88-8F71-CA07B093D810}" dt="2025-01-30T19:34:51.741" v="1" actId="34807"/>
          <ac:spMkLst>
            <pc:docMk/>
            <pc:sldMk cId="1151713867" sldId="2561"/>
            <ac:spMk id="11" creationId="{76A10D8F-D463-70E5-239B-17AD65EF433D}"/>
          </ac:spMkLst>
        </pc:spChg>
        <pc:picChg chg="mod ord">
          <ac:chgData name="Henry Habib" userId="S::henry.habib@theintelligentworker.com::490464b4-2593-4646-9d23-98bca4bf9ada" providerId="AD" clId="Web-{4C5892F3-002B-DF88-8F71-CA07B093D810}" dt="2025-01-30T19:34:51.741" v="1" actId="34807"/>
          <ac:picMkLst>
            <pc:docMk/>
            <pc:sldMk cId="1151713867" sldId="2561"/>
            <ac:picMk id="4" creationId="{A22D7EFF-EB54-46C6-B5ED-6E128A684EA9}"/>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41" v="5" actId="34807"/>
        <pc:sldMkLst>
          <pc:docMk/>
          <pc:sldMk cId="767175821" sldId="2562"/>
        </pc:sldMkLst>
        <pc:spChg chg="mod ord">
          <ac:chgData name="Henry Habib" userId="S::henry.habib@theintelligentworker.com::490464b4-2593-4646-9d23-98bca4bf9ada" providerId="AD" clId="Web-{4C5892F3-002B-DF88-8F71-CA07B093D810}" dt="2025-01-30T19:34:51.741" v="1" actId="34807"/>
          <ac:spMkLst>
            <pc:docMk/>
            <pc:sldMk cId="767175821" sldId="2562"/>
            <ac:spMk id="2" creationId="{FAD92F76-78E7-FB8A-AA90-32C3ACB99BE4}"/>
          </ac:spMkLst>
        </pc:spChg>
        <pc:spChg chg="mod">
          <ac:chgData name="Henry Habib" userId="S::henry.habib@theintelligentworker.com::490464b4-2593-4646-9d23-98bca4bf9ada" providerId="AD" clId="Web-{4C5892F3-002B-DF88-8F71-CA07B093D810}" dt="2025-01-30T19:34:51.741" v="1" actId="34807"/>
          <ac:spMkLst>
            <pc:docMk/>
            <pc:sldMk cId="767175821" sldId="2562"/>
            <ac:spMk id="4" creationId="{9C001974-7B80-0F9C-1B01-6A0B2EF1D3C0}"/>
          </ac:spMkLst>
        </pc:spChg>
        <pc:spChg chg="add">
          <ac:chgData name="Henry Habib" userId="S::henry.habib@theintelligentworker.com::490464b4-2593-4646-9d23-98bca4bf9ada" providerId="AD" clId="Web-{4C5892F3-002B-DF88-8F71-CA07B093D810}" dt="2025-01-30T19:34:51.741" v="1" actId="34807"/>
          <ac:spMkLst>
            <pc:docMk/>
            <pc:sldMk cId="767175821" sldId="2562"/>
            <ac:spMk id="10" creationId="{C20CE451-818C-E63D-258B-234B6C543D34}"/>
          </ac:spMkLst>
        </pc:spChg>
        <pc:picChg chg="mod">
          <ac:chgData name="Henry Habib" userId="S::henry.habib@theintelligentworker.com::490464b4-2593-4646-9d23-98bca4bf9ada" providerId="AD" clId="Web-{4C5892F3-002B-DF88-8F71-CA07B093D810}" dt="2025-01-30T19:34:51.741" v="1" actId="34807"/>
          <ac:picMkLst>
            <pc:docMk/>
            <pc:sldMk cId="767175821" sldId="2562"/>
            <ac:picMk id="5" creationId="{77C31970-0BDB-4AA8-93F7-CCDDB326D226}"/>
          </ac:picMkLst>
        </pc:picChg>
      </pc:sldChg>
      <pc:sldChg chg="addSp modSp add mod modTransition setBg modClrScheme addAnim setClrOvrMap chgLayout">
        <pc:chgData name="Henry Habib" userId="S::henry.habib@theintelligentworker.com::490464b4-2593-4646-9d23-98bca4bf9ada" providerId="AD" clId="Web-{4C5892F3-002B-DF88-8F71-CA07B093D810}" dt="2025-01-30T19:34:51.741" v="6" actId="34807"/>
        <pc:sldMkLst>
          <pc:docMk/>
          <pc:sldMk cId="2542887420" sldId="2563"/>
        </pc:sldMkLst>
        <pc:spChg chg="mod">
          <ac:chgData name="Henry Habib" userId="S::henry.habib@theintelligentworker.com::490464b4-2593-4646-9d23-98bca4bf9ada" providerId="AD" clId="Web-{4C5892F3-002B-DF88-8F71-CA07B093D810}" dt="2025-01-30T19:34:51.741" v="1" actId="34807"/>
          <ac:spMkLst>
            <pc:docMk/>
            <pc:sldMk cId="2542887420" sldId="2563"/>
            <ac:spMk id="2" creationId="{F37A9ACA-97D0-FC99-8F44-E0C1A76A3F69}"/>
          </ac:spMkLst>
        </pc:spChg>
        <pc:spChg chg="add">
          <ac:chgData name="Henry Habib" userId="S::henry.habib@theintelligentworker.com::490464b4-2593-4646-9d23-98bca4bf9ada" providerId="AD" clId="Web-{4C5892F3-002B-DF88-8F71-CA07B093D810}" dt="2025-01-30T19:34:51.741" v="1" actId="34807"/>
          <ac:spMkLst>
            <pc:docMk/>
            <pc:sldMk cId="2542887420" sldId="2563"/>
            <ac:spMk id="7" creationId="{A3E8498D-DA8F-EF6C-5420-F153D4979209}"/>
          </ac:spMkLst>
        </pc:spChg>
      </pc:sldChg>
      <pc:sldChg chg="addSp modSp add mod ord modTransition setBg modClrScheme addAnim chgLayout">
        <pc:chgData name="Henry Habib" userId="S::henry.habib@theintelligentworker.com::490464b4-2593-4646-9d23-98bca4bf9ada" providerId="AD" clId="Web-{4C5892F3-002B-DF88-8F71-CA07B093D810}" dt="2025-01-30T19:35:07.163" v="28"/>
        <pc:sldMkLst>
          <pc:docMk/>
          <pc:sldMk cId="531137866" sldId="2564"/>
        </pc:sldMkLst>
        <pc:spChg chg="mod ord">
          <ac:chgData name="Henry Habib" userId="S::henry.habib@theintelligentworker.com::490464b4-2593-4646-9d23-98bca4bf9ada" providerId="AD" clId="Web-{4C5892F3-002B-DF88-8F71-CA07B093D810}" dt="2025-01-30T19:34:51.741" v="1" actId="34807"/>
          <ac:spMkLst>
            <pc:docMk/>
            <pc:sldMk cId="531137866" sldId="2564"/>
            <ac:spMk id="2" creationId="{06B81DAF-C1BF-D0D8-0DEE-6EB8737C81E2}"/>
          </ac:spMkLst>
        </pc:spChg>
        <pc:spChg chg="mod">
          <ac:chgData name="Henry Habib" userId="S::henry.habib@theintelligentworker.com::490464b4-2593-4646-9d23-98bca4bf9ada" providerId="AD" clId="Web-{4C5892F3-002B-DF88-8F71-CA07B093D810}" dt="2025-01-30T19:34:51.741" v="1" actId="34807"/>
          <ac:spMkLst>
            <pc:docMk/>
            <pc:sldMk cId="531137866" sldId="2564"/>
            <ac:spMk id="4" creationId="{5B3CA155-7DA2-F6F9-3657-820E76D65762}"/>
          </ac:spMkLst>
        </pc:spChg>
        <pc:spChg chg="add">
          <ac:chgData name="Henry Habib" userId="S::henry.habib@theintelligentworker.com::490464b4-2593-4646-9d23-98bca4bf9ada" providerId="AD" clId="Web-{4C5892F3-002B-DF88-8F71-CA07B093D810}" dt="2025-01-30T19:34:51.741" v="1" actId="34807"/>
          <ac:spMkLst>
            <pc:docMk/>
            <pc:sldMk cId="531137866" sldId="2564"/>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531137866" sldId="2564"/>
            <ac:picMk id="5" creationId="{B567394A-30C6-4723-8A86-CDFCC8584B4E}"/>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8" actId="34807"/>
        <pc:sldMkLst>
          <pc:docMk/>
          <pc:sldMk cId="2013099519" sldId="2565"/>
        </pc:sldMkLst>
        <pc:spChg chg="mod ord">
          <ac:chgData name="Henry Habib" userId="S::henry.habib@theintelligentworker.com::490464b4-2593-4646-9d23-98bca4bf9ada" providerId="AD" clId="Web-{4C5892F3-002B-DF88-8F71-CA07B093D810}" dt="2025-01-30T19:34:51.741" v="1" actId="34807"/>
          <ac:spMkLst>
            <pc:docMk/>
            <pc:sldMk cId="2013099519" sldId="2565"/>
            <ac:spMk id="2" creationId="{B2D6DD66-320D-56C4-CCB1-84344C8F7633}"/>
          </ac:spMkLst>
        </pc:spChg>
        <pc:spChg chg="mod">
          <ac:chgData name="Henry Habib" userId="S::henry.habib@theintelligentworker.com::490464b4-2593-4646-9d23-98bca4bf9ada" providerId="AD" clId="Web-{4C5892F3-002B-DF88-8F71-CA07B093D810}" dt="2025-01-30T19:34:51.741" v="1" actId="34807"/>
          <ac:spMkLst>
            <pc:docMk/>
            <pc:sldMk cId="2013099519" sldId="2565"/>
            <ac:spMk id="4" creationId="{30BA9A1A-6A1C-0BFE-F733-E60D26B3BE7A}"/>
          </ac:spMkLst>
        </pc:spChg>
        <pc:spChg chg="add">
          <ac:chgData name="Henry Habib" userId="S::henry.habib@theintelligentworker.com::490464b4-2593-4646-9d23-98bca4bf9ada" providerId="AD" clId="Web-{4C5892F3-002B-DF88-8F71-CA07B093D810}" dt="2025-01-30T19:34:51.741" v="1" actId="34807"/>
          <ac:spMkLst>
            <pc:docMk/>
            <pc:sldMk cId="2013099519" sldId="2565"/>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2013099519" sldId="2565"/>
            <ac:picMk id="5" creationId="{C0FEF9AC-9FF0-4C0A-8138-7F7D35B790DB}"/>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9" actId="34807"/>
        <pc:sldMkLst>
          <pc:docMk/>
          <pc:sldMk cId="695700098" sldId="2566"/>
        </pc:sldMkLst>
        <pc:spChg chg="mod ord">
          <ac:chgData name="Henry Habib" userId="S::henry.habib@theintelligentworker.com::490464b4-2593-4646-9d23-98bca4bf9ada" providerId="AD" clId="Web-{4C5892F3-002B-DF88-8F71-CA07B093D810}" dt="2025-01-30T19:34:51.741" v="1" actId="34807"/>
          <ac:spMkLst>
            <pc:docMk/>
            <pc:sldMk cId="695700098" sldId="2566"/>
            <ac:spMk id="2" creationId="{B9AEFB7F-F8CB-00B1-3E77-E77855D3C0F5}"/>
          </ac:spMkLst>
        </pc:spChg>
        <pc:spChg chg="mod">
          <ac:chgData name="Henry Habib" userId="S::henry.habib@theintelligentworker.com::490464b4-2593-4646-9d23-98bca4bf9ada" providerId="AD" clId="Web-{4C5892F3-002B-DF88-8F71-CA07B093D810}" dt="2025-01-30T19:34:51.741" v="1" actId="34807"/>
          <ac:spMkLst>
            <pc:docMk/>
            <pc:sldMk cId="695700098" sldId="2566"/>
            <ac:spMk id="4" creationId="{CE2E16A9-2A5D-3D57-09FD-2579553E5A73}"/>
          </ac:spMkLst>
        </pc:spChg>
        <pc:spChg chg="add">
          <ac:chgData name="Henry Habib" userId="S::henry.habib@theintelligentworker.com::490464b4-2593-4646-9d23-98bca4bf9ada" providerId="AD" clId="Web-{4C5892F3-002B-DF88-8F71-CA07B093D810}" dt="2025-01-30T19:34:51.741" v="1" actId="34807"/>
          <ac:spMkLst>
            <pc:docMk/>
            <pc:sldMk cId="695700098" sldId="2566"/>
            <ac:spMk id="10" creationId="{C20CE451-818C-E63D-258B-234B6C543D34}"/>
          </ac:spMkLst>
        </pc:spChg>
        <pc:picChg chg="mod">
          <ac:chgData name="Henry Habib" userId="S::henry.habib@theintelligentworker.com::490464b4-2593-4646-9d23-98bca4bf9ada" providerId="AD" clId="Web-{4C5892F3-002B-DF88-8F71-CA07B093D810}" dt="2025-01-30T19:34:51.741" v="1" actId="34807"/>
          <ac:picMkLst>
            <pc:docMk/>
            <pc:sldMk cId="695700098" sldId="2566"/>
            <ac:picMk id="5" creationId="{0DB7604B-6A8B-40CE-9AD6-D227AB968735}"/>
          </ac:picMkLst>
        </pc:picChg>
      </pc:sldChg>
      <pc:sldChg chg="addSp modSp add mod modTransition setBg modClrScheme addAnim setClrOvrMap chgLayout">
        <pc:chgData name="Henry Habib" userId="S::henry.habib@theintelligentworker.com::490464b4-2593-4646-9d23-98bca4bf9ada" providerId="AD" clId="Web-{4C5892F3-002B-DF88-8F71-CA07B093D810}" dt="2025-01-30T19:34:51.756" v="10" actId="34807"/>
        <pc:sldMkLst>
          <pc:docMk/>
          <pc:sldMk cId="427046543" sldId="2567"/>
        </pc:sldMkLst>
        <pc:spChg chg="mod">
          <ac:chgData name="Henry Habib" userId="S::henry.habib@theintelligentworker.com::490464b4-2593-4646-9d23-98bca4bf9ada" providerId="AD" clId="Web-{4C5892F3-002B-DF88-8F71-CA07B093D810}" dt="2025-01-30T19:34:51.741" v="1" actId="34807"/>
          <ac:spMkLst>
            <pc:docMk/>
            <pc:sldMk cId="427046543" sldId="2567"/>
            <ac:spMk id="2" creationId="{37F991DA-40E9-D45F-DF86-5008A0DBC0FA}"/>
          </ac:spMkLst>
        </pc:spChg>
        <pc:spChg chg="add">
          <ac:chgData name="Henry Habib" userId="S::henry.habib@theintelligentworker.com::490464b4-2593-4646-9d23-98bca4bf9ada" providerId="AD" clId="Web-{4C5892F3-002B-DF88-8F71-CA07B093D810}" dt="2025-01-30T19:34:51.741" v="1" actId="34807"/>
          <ac:spMkLst>
            <pc:docMk/>
            <pc:sldMk cId="427046543" sldId="2567"/>
            <ac:spMk id="7" creationId="{A3E8498D-DA8F-EF6C-5420-F153D4979209}"/>
          </ac:spMkLst>
        </pc:spChg>
      </pc:sldChg>
      <pc:sldChg chg="addSp modSp add mod modTransition setBg modClrScheme addAnim chgLayout">
        <pc:chgData name="Henry Habib" userId="S::henry.habib@theintelligentworker.com::490464b4-2593-4646-9d23-98bca4bf9ada" providerId="AD" clId="Web-{4C5892F3-002B-DF88-8F71-CA07B093D810}" dt="2025-01-30T19:34:51.756" v="11" actId="34807"/>
        <pc:sldMkLst>
          <pc:docMk/>
          <pc:sldMk cId="1162168554" sldId="2568"/>
        </pc:sldMkLst>
        <pc:spChg chg="mod ord">
          <ac:chgData name="Henry Habib" userId="S::henry.habib@theintelligentworker.com::490464b4-2593-4646-9d23-98bca4bf9ada" providerId="AD" clId="Web-{4C5892F3-002B-DF88-8F71-CA07B093D810}" dt="2025-01-30T19:34:51.741" v="1" actId="34807"/>
          <ac:spMkLst>
            <pc:docMk/>
            <pc:sldMk cId="1162168554" sldId="2568"/>
            <ac:spMk id="2" creationId="{7518A5C7-2771-E825-5EAD-E9120638ABB7}"/>
          </ac:spMkLst>
        </pc:spChg>
        <pc:spChg chg="mod">
          <ac:chgData name="Henry Habib" userId="S::henry.habib@theintelligentworker.com::490464b4-2593-4646-9d23-98bca4bf9ada" providerId="AD" clId="Web-{4C5892F3-002B-DF88-8F71-CA07B093D810}" dt="2025-01-30T19:34:51.741" v="1" actId="34807"/>
          <ac:spMkLst>
            <pc:docMk/>
            <pc:sldMk cId="1162168554" sldId="2568"/>
            <ac:spMk id="4" creationId="{BBF5C9F2-CC27-A8A8-D039-A0944ED3C09B}"/>
          </ac:spMkLst>
        </pc:spChg>
        <pc:spChg chg="add">
          <ac:chgData name="Henry Habib" userId="S::henry.habib@theintelligentworker.com::490464b4-2593-4646-9d23-98bca4bf9ada" providerId="AD" clId="Web-{4C5892F3-002B-DF88-8F71-CA07B093D810}" dt="2025-01-30T19:34:51.741" v="1" actId="34807"/>
          <ac:spMkLst>
            <pc:docMk/>
            <pc:sldMk cId="1162168554" sldId="2568"/>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1162168554" sldId="2568"/>
            <ac:picMk id="5" creationId="{B5E97D28-3891-4129-8A87-742C259192A5}"/>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12" actId="34807"/>
        <pc:sldMkLst>
          <pc:docMk/>
          <pc:sldMk cId="1529636877" sldId="2569"/>
        </pc:sldMkLst>
        <pc:spChg chg="mod ord">
          <ac:chgData name="Henry Habib" userId="S::henry.habib@theintelligentworker.com::490464b4-2593-4646-9d23-98bca4bf9ada" providerId="AD" clId="Web-{4C5892F3-002B-DF88-8F71-CA07B093D810}" dt="2025-01-30T19:34:51.741" v="1" actId="34807"/>
          <ac:spMkLst>
            <pc:docMk/>
            <pc:sldMk cId="1529636877" sldId="2569"/>
            <ac:spMk id="2" creationId="{00A75350-D7D6-F2D5-7635-A44CEDFC7F13}"/>
          </ac:spMkLst>
        </pc:spChg>
        <pc:spChg chg="mod">
          <ac:chgData name="Henry Habib" userId="S::henry.habib@theintelligentworker.com::490464b4-2593-4646-9d23-98bca4bf9ada" providerId="AD" clId="Web-{4C5892F3-002B-DF88-8F71-CA07B093D810}" dt="2025-01-30T19:34:51.741" v="1" actId="34807"/>
          <ac:spMkLst>
            <pc:docMk/>
            <pc:sldMk cId="1529636877" sldId="2569"/>
            <ac:spMk id="4" creationId="{AD2EF0DD-EEE9-8124-5E28-607411D7DF0D}"/>
          </ac:spMkLst>
        </pc:spChg>
        <pc:spChg chg="add">
          <ac:chgData name="Henry Habib" userId="S::henry.habib@theintelligentworker.com::490464b4-2593-4646-9d23-98bca4bf9ada" providerId="AD" clId="Web-{4C5892F3-002B-DF88-8F71-CA07B093D810}" dt="2025-01-30T19:34:51.741" v="1" actId="34807"/>
          <ac:spMkLst>
            <pc:docMk/>
            <pc:sldMk cId="1529636877" sldId="2569"/>
            <ac:spMk id="10" creationId="{2961259D-605E-E200-FF9F-7C8C71D7C8E4}"/>
          </ac:spMkLst>
        </pc:spChg>
        <pc:picChg chg="mod">
          <ac:chgData name="Henry Habib" userId="S::henry.habib@theintelligentworker.com::490464b4-2593-4646-9d23-98bca4bf9ada" providerId="AD" clId="Web-{4C5892F3-002B-DF88-8F71-CA07B093D810}" dt="2025-01-30T19:34:51.741" v="1" actId="34807"/>
          <ac:picMkLst>
            <pc:docMk/>
            <pc:sldMk cId="1529636877" sldId="2569"/>
            <ac:picMk id="5" creationId="{C85F1686-6F9D-4930-A124-F38B283823D4}"/>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13" actId="34807"/>
        <pc:sldMkLst>
          <pc:docMk/>
          <pc:sldMk cId="3784394751" sldId="2570"/>
        </pc:sldMkLst>
        <pc:spChg chg="mod ord">
          <ac:chgData name="Henry Habib" userId="S::henry.habib@theintelligentworker.com::490464b4-2593-4646-9d23-98bca4bf9ada" providerId="AD" clId="Web-{4C5892F3-002B-DF88-8F71-CA07B093D810}" dt="2025-01-30T19:34:51.741" v="1" actId="34807"/>
          <ac:spMkLst>
            <pc:docMk/>
            <pc:sldMk cId="3784394751" sldId="2570"/>
            <ac:spMk id="2" creationId="{3EE3E9B3-6187-89DB-82F0-C9F546F8E52A}"/>
          </ac:spMkLst>
        </pc:spChg>
        <pc:spChg chg="mod">
          <ac:chgData name="Henry Habib" userId="S::henry.habib@theintelligentworker.com::490464b4-2593-4646-9d23-98bca4bf9ada" providerId="AD" clId="Web-{4C5892F3-002B-DF88-8F71-CA07B093D810}" dt="2025-01-30T19:34:51.741" v="1" actId="34807"/>
          <ac:spMkLst>
            <pc:docMk/>
            <pc:sldMk cId="3784394751" sldId="2570"/>
            <ac:spMk id="4" creationId="{D993BEFA-E3FE-05F7-F7D3-97608418240E}"/>
          </ac:spMkLst>
        </pc:spChg>
        <pc:spChg chg="add">
          <ac:chgData name="Henry Habib" userId="S::henry.habib@theintelligentworker.com::490464b4-2593-4646-9d23-98bca4bf9ada" providerId="AD" clId="Web-{4C5892F3-002B-DF88-8F71-CA07B093D810}" dt="2025-01-30T19:34:51.741" v="1" actId="34807"/>
          <ac:spMkLst>
            <pc:docMk/>
            <pc:sldMk cId="3784394751" sldId="2570"/>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3784394751" sldId="2570"/>
            <ac:picMk id="5" creationId="{DAC7CDAF-27AE-40BF-AD51-F23E00791A76}"/>
          </ac:picMkLst>
        </pc:picChg>
      </pc:sldChg>
      <pc:sldChg chg="addSp modSp add mod modTransition setBg modClrScheme addAnim setClrOvrMap chgLayout">
        <pc:chgData name="Henry Habib" userId="S::henry.habib@theintelligentworker.com::490464b4-2593-4646-9d23-98bca4bf9ada" providerId="AD" clId="Web-{4C5892F3-002B-DF88-8F71-CA07B093D810}" dt="2025-01-30T19:34:51.756" v="14" actId="34807"/>
        <pc:sldMkLst>
          <pc:docMk/>
          <pc:sldMk cId="1105899510" sldId="2571"/>
        </pc:sldMkLst>
        <pc:spChg chg="mod">
          <ac:chgData name="Henry Habib" userId="S::henry.habib@theintelligentworker.com::490464b4-2593-4646-9d23-98bca4bf9ada" providerId="AD" clId="Web-{4C5892F3-002B-DF88-8F71-CA07B093D810}" dt="2025-01-30T19:34:51.741" v="1" actId="34807"/>
          <ac:spMkLst>
            <pc:docMk/>
            <pc:sldMk cId="1105899510" sldId="2571"/>
            <ac:spMk id="2" creationId="{EA6E90F4-B5F8-CEE9-65F8-362301186F73}"/>
          </ac:spMkLst>
        </pc:spChg>
        <pc:spChg chg="add">
          <ac:chgData name="Henry Habib" userId="S::henry.habib@theintelligentworker.com::490464b4-2593-4646-9d23-98bca4bf9ada" providerId="AD" clId="Web-{4C5892F3-002B-DF88-8F71-CA07B093D810}" dt="2025-01-30T19:34:51.741" v="1" actId="34807"/>
          <ac:spMkLst>
            <pc:docMk/>
            <pc:sldMk cId="1105899510" sldId="2571"/>
            <ac:spMk id="7" creationId="{A3E8498D-DA8F-EF6C-5420-F153D4979209}"/>
          </ac:spMkLst>
        </pc:spChg>
      </pc:sldChg>
      <pc:sldChg chg="addSp modSp add mod modTransition setBg modClrScheme addAnim chgLayout">
        <pc:chgData name="Henry Habib" userId="S::henry.habib@theintelligentworker.com::490464b4-2593-4646-9d23-98bca4bf9ada" providerId="AD" clId="Web-{4C5892F3-002B-DF88-8F71-CA07B093D810}" dt="2025-01-30T19:34:51.756" v="15" actId="34807"/>
        <pc:sldMkLst>
          <pc:docMk/>
          <pc:sldMk cId="2114326972" sldId="2572"/>
        </pc:sldMkLst>
        <pc:spChg chg="mod ord">
          <ac:chgData name="Henry Habib" userId="S::henry.habib@theintelligentworker.com::490464b4-2593-4646-9d23-98bca4bf9ada" providerId="AD" clId="Web-{4C5892F3-002B-DF88-8F71-CA07B093D810}" dt="2025-01-30T19:34:51.741" v="1" actId="34807"/>
          <ac:spMkLst>
            <pc:docMk/>
            <pc:sldMk cId="2114326972" sldId="2572"/>
            <ac:spMk id="2" creationId="{2420D4EC-A1B6-EE3E-FFB6-9C6D798D6878}"/>
          </ac:spMkLst>
        </pc:spChg>
        <pc:spChg chg="mod">
          <ac:chgData name="Henry Habib" userId="S::henry.habib@theintelligentworker.com::490464b4-2593-4646-9d23-98bca4bf9ada" providerId="AD" clId="Web-{4C5892F3-002B-DF88-8F71-CA07B093D810}" dt="2025-01-30T19:34:51.741" v="1" actId="34807"/>
          <ac:spMkLst>
            <pc:docMk/>
            <pc:sldMk cId="2114326972" sldId="2572"/>
            <ac:spMk id="4" creationId="{E7F9B2F2-63AD-AA5F-3CB5-91C9CBE3A486}"/>
          </ac:spMkLst>
        </pc:spChg>
        <pc:spChg chg="add">
          <ac:chgData name="Henry Habib" userId="S::henry.habib@theintelligentworker.com::490464b4-2593-4646-9d23-98bca4bf9ada" providerId="AD" clId="Web-{4C5892F3-002B-DF88-8F71-CA07B093D810}" dt="2025-01-30T19:34:51.741" v="1" actId="34807"/>
          <ac:spMkLst>
            <pc:docMk/>
            <pc:sldMk cId="2114326972" sldId="2572"/>
            <ac:spMk id="10" creationId="{2961259D-605E-E200-FF9F-7C8C71D7C8E4}"/>
          </ac:spMkLst>
        </pc:spChg>
        <pc:picChg chg="mod">
          <ac:chgData name="Henry Habib" userId="S::henry.habib@theintelligentworker.com::490464b4-2593-4646-9d23-98bca4bf9ada" providerId="AD" clId="Web-{4C5892F3-002B-DF88-8F71-CA07B093D810}" dt="2025-01-30T19:34:51.741" v="1" actId="34807"/>
          <ac:picMkLst>
            <pc:docMk/>
            <pc:sldMk cId="2114326972" sldId="2572"/>
            <ac:picMk id="5" creationId="{7DCE0A1C-05EC-4A7B-94B5-C30E23E62094}"/>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16" actId="34807"/>
        <pc:sldMkLst>
          <pc:docMk/>
          <pc:sldMk cId="4186652555" sldId="2573"/>
        </pc:sldMkLst>
        <pc:spChg chg="mod ord">
          <ac:chgData name="Henry Habib" userId="S::henry.habib@theintelligentworker.com::490464b4-2593-4646-9d23-98bca4bf9ada" providerId="AD" clId="Web-{4C5892F3-002B-DF88-8F71-CA07B093D810}" dt="2025-01-30T19:34:51.741" v="1" actId="34807"/>
          <ac:spMkLst>
            <pc:docMk/>
            <pc:sldMk cId="4186652555" sldId="2573"/>
            <ac:spMk id="2" creationId="{48534AC6-6B2F-0DD7-B7E6-98F81D50D1F9}"/>
          </ac:spMkLst>
        </pc:spChg>
        <pc:spChg chg="mod">
          <ac:chgData name="Henry Habib" userId="S::henry.habib@theintelligentworker.com::490464b4-2593-4646-9d23-98bca4bf9ada" providerId="AD" clId="Web-{4C5892F3-002B-DF88-8F71-CA07B093D810}" dt="2025-01-30T19:34:51.741" v="1" actId="34807"/>
          <ac:spMkLst>
            <pc:docMk/>
            <pc:sldMk cId="4186652555" sldId="2573"/>
            <ac:spMk id="4" creationId="{9CA6CC2E-472D-4998-E8FA-31EF8F06CA6C}"/>
          </ac:spMkLst>
        </pc:spChg>
        <pc:spChg chg="add">
          <ac:chgData name="Henry Habib" userId="S::henry.habib@theintelligentworker.com::490464b4-2593-4646-9d23-98bca4bf9ada" providerId="AD" clId="Web-{4C5892F3-002B-DF88-8F71-CA07B093D810}" dt="2025-01-30T19:34:51.741" v="1" actId="34807"/>
          <ac:spMkLst>
            <pc:docMk/>
            <pc:sldMk cId="4186652555" sldId="2573"/>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4186652555" sldId="2573"/>
            <ac:picMk id="5" creationId="{763DAAAB-670F-46CE-B2DE-CA73D023AD64}"/>
          </ac:picMkLst>
        </pc:picChg>
      </pc:sldChg>
      <pc:sldChg chg="addSp modSp add mod modTransition setBg modClrScheme chgLayout">
        <pc:chgData name="Henry Habib" userId="S::henry.habib@theintelligentworker.com::490464b4-2593-4646-9d23-98bca4bf9ada" providerId="AD" clId="Web-{4C5892F3-002B-DF88-8F71-CA07B093D810}" dt="2025-01-30T19:34:51.741" v="1" actId="34807"/>
        <pc:sldMkLst>
          <pc:docMk/>
          <pc:sldMk cId="1553797045" sldId="2574"/>
        </pc:sldMkLst>
        <pc:spChg chg="mod">
          <ac:chgData name="Henry Habib" userId="S::henry.habib@theintelligentworker.com::490464b4-2593-4646-9d23-98bca4bf9ada" providerId="AD" clId="Web-{4C5892F3-002B-DF88-8F71-CA07B093D810}" dt="2025-01-30T19:34:51.741" v="1" actId="34807"/>
          <ac:spMkLst>
            <pc:docMk/>
            <pc:sldMk cId="1553797045" sldId="2574"/>
            <ac:spMk id="2" creationId="{909F2A39-91F1-5B9D-7F36-89F34F6669B6}"/>
          </ac:spMkLst>
        </pc:spChg>
        <pc:spChg chg="add">
          <ac:chgData name="Henry Habib" userId="S::henry.habib@theintelligentworker.com::490464b4-2593-4646-9d23-98bca4bf9ada" providerId="AD" clId="Web-{4C5892F3-002B-DF88-8F71-CA07B093D810}" dt="2025-01-30T19:34:51.741" v="1" actId="34807"/>
          <ac:spMkLst>
            <pc:docMk/>
            <pc:sldMk cId="1553797045" sldId="2574"/>
            <ac:spMk id="9" creationId="{DDD1D22E-5996-E45B-92B2-659F701A4A3B}"/>
          </ac:spMkLst>
        </pc:spChg>
        <pc:graphicFrameChg chg="mod modGraphic">
          <ac:chgData name="Henry Habib" userId="S::henry.habib@theintelligentworker.com::490464b4-2593-4646-9d23-98bca4bf9ada" providerId="AD" clId="Web-{4C5892F3-002B-DF88-8F71-CA07B093D810}" dt="2025-01-30T19:34:51.741" v="1" actId="34807"/>
          <ac:graphicFrameMkLst>
            <pc:docMk/>
            <pc:sldMk cId="1553797045" sldId="2574"/>
            <ac:graphicFrameMk id="4" creationId="{1ABE6EFC-16FB-48A1-9C25-BB0071D5E6A1}"/>
          </ac:graphicFrameMkLst>
        </pc:graphicFrameChg>
      </pc:sldChg>
      <pc:sldChg chg="addSp modSp add mod modTransition setBg modClrScheme addAnim setClrOvrMap chgLayout">
        <pc:chgData name="Henry Habib" userId="S::henry.habib@theintelligentworker.com::490464b4-2593-4646-9d23-98bca4bf9ada" providerId="AD" clId="Web-{4C5892F3-002B-DF88-8F71-CA07B093D810}" dt="2025-01-30T19:34:51.756" v="17" actId="34807"/>
        <pc:sldMkLst>
          <pc:docMk/>
          <pc:sldMk cId="4210071230" sldId="2575"/>
        </pc:sldMkLst>
        <pc:spChg chg="mod">
          <ac:chgData name="Henry Habib" userId="S::henry.habib@theintelligentworker.com::490464b4-2593-4646-9d23-98bca4bf9ada" providerId="AD" clId="Web-{4C5892F3-002B-DF88-8F71-CA07B093D810}" dt="2025-01-30T19:34:51.741" v="1" actId="34807"/>
          <ac:spMkLst>
            <pc:docMk/>
            <pc:sldMk cId="4210071230" sldId="2575"/>
            <ac:spMk id="2" creationId="{213726D2-64B6-397D-6128-745B0D8F8A11}"/>
          </ac:spMkLst>
        </pc:spChg>
        <pc:spChg chg="add">
          <ac:chgData name="Henry Habib" userId="S::henry.habib@theintelligentworker.com::490464b4-2593-4646-9d23-98bca4bf9ada" providerId="AD" clId="Web-{4C5892F3-002B-DF88-8F71-CA07B093D810}" dt="2025-01-30T19:34:51.741" v="1" actId="34807"/>
          <ac:spMkLst>
            <pc:docMk/>
            <pc:sldMk cId="4210071230" sldId="2575"/>
            <ac:spMk id="7" creationId="{A3E8498D-DA8F-EF6C-5420-F153D4979209}"/>
          </ac:spMkLst>
        </pc:spChg>
      </pc:sldChg>
      <pc:sldChg chg="addSp modSp add mod modTransition setBg modClrScheme addAnim chgLayout">
        <pc:chgData name="Henry Habib" userId="S::henry.habib@theintelligentworker.com::490464b4-2593-4646-9d23-98bca4bf9ada" providerId="AD" clId="Web-{4C5892F3-002B-DF88-8F71-CA07B093D810}" dt="2025-01-30T19:34:51.756" v="18" actId="34807"/>
        <pc:sldMkLst>
          <pc:docMk/>
          <pc:sldMk cId="3358609115" sldId="2576"/>
        </pc:sldMkLst>
        <pc:spChg chg="mod ord">
          <ac:chgData name="Henry Habib" userId="S::henry.habib@theintelligentworker.com::490464b4-2593-4646-9d23-98bca4bf9ada" providerId="AD" clId="Web-{4C5892F3-002B-DF88-8F71-CA07B093D810}" dt="2025-01-30T19:34:51.741" v="1" actId="34807"/>
          <ac:spMkLst>
            <pc:docMk/>
            <pc:sldMk cId="3358609115" sldId="2576"/>
            <ac:spMk id="2" creationId="{AD53FD9F-AB08-0A19-F1AB-4FEB6B67641E}"/>
          </ac:spMkLst>
        </pc:spChg>
        <pc:spChg chg="mod">
          <ac:chgData name="Henry Habib" userId="S::henry.habib@theintelligentworker.com::490464b4-2593-4646-9d23-98bca4bf9ada" providerId="AD" clId="Web-{4C5892F3-002B-DF88-8F71-CA07B093D810}" dt="2025-01-30T19:34:51.741" v="1" actId="34807"/>
          <ac:spMkLst>
            <pc:docMk/>
            <pc:sldMk cId="3358609115" sldId="2576"/>
            <ac:spMk id="4" creationId="{65DAEA2D-C2A1-9955-5D7B-A392FBE4CDEA}"/>
          </ac:spMkLst>
        </pc:spChg>
        <pc:spChg chg="add">
          <ac:chgData name="Henry Habib" userId="S::henry.habib@theintelligentworker.com::490464b4-2593-4646-9d23-98bca4bf9ada" providerId="AD" clId="Web-{4C5892F3-002B-DF88-8F71-CA07B093D810}" dt="2025-01-30T19:34:51.741" v="1" actId="34807"/>
          <ac:spMkLst>
            <pc:docMk/>
            <pc:sldMk cId="3358609115" sldId="2576"/>
            <ac:spMk id="10" creationId="{C20CE451-818C-E63D-258B-234B6C543D34}"/>
          </ac:spMkLst>
        </pc:spChg>
        <pc:picChg chg="mod">
          <ac:chgData name="Henry Habib" userId="S::henry.habib@theintelligentworker.com::490464b4-2593-4646-9d23-98bca4bf9ada" providerId="AD" clId="Web-{4C5892F3-002B-DF88-8F71-CA07B093D810}" dt="2025-01-30T19:34:51.741" v="1" actId="34807"/>
          <ac:picMkLst>
            <pc:docMk/>
            <pc:sldMk cId="3358609115" sldId="2576"/>
            <ac:picMk id="5" creationId="{C358F858-0BFE-4A55-80A5-B895DFE91D12}"/>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19" actId="34807"/>
        <pc:sldMkLst>
          <pc:docMk/>
          <pc:sldMk cId="114734184" sldId="2577"/>
        </pc:sldMkLst>
        <pc:spChg chg="mod ord">
          <ac:chgData name="Henry Habib" userId="S::henry.habib@theintelligentworker.com::490464b4-2593-4646-9d23-98bca4bf9ada" providerId="AD" clId="Web-{4C5892F3-002B-DF88-8F71-CA07B093D810}" dt="2025-01-30T19:34:51.741" v="1" actId="34807"/>
          <ac:spMkLst>
            <pc:docMk/>
            <pc:sldMk cId="114734184" sldId="2577"/>
            <ac:spMk id="2" creationId="{28331F91-7155-C8AE-E290-E564BB3A4120}"/>
          </ac:spMkLst>
        </pc:spChg>
        <pc:spChg chg="mod">
          <ac:chgData name="Henry Habib" userId="S::henry.habib@theintelligentworker.com::490464b4-2593-4646-9d23-98bca4bf9ada" providerId="AD" clId="Web-{4C5892F3-002B-DF88-8F71-CA07B093D810}" dt="2025-01-30T19:34:51.741" v="1" actId="34807"/>
          <ac:spMkLst>
            <pc:docMk/>
            <pc:sldMk cId="114734184" sldId="2577"/>
            <ac:spMk id="4" creationId="{92010F80-EAE2-C97F-1D00-F0F441863D18}"/>
          </ac:spMkLst>
        </pc:spChg>
        <pc:spChg chg="add">
          <ac:chgData name="Henry Habib" userId="S::henry.habib@theintelligentworker.com::490464b4-2593-4646-9d23-98bca4bf9ada" providerId="AD" clId="Web-{4C5892F3-002B-DF88-8F71-CA07B093D810}" dt="2025-01-30T19:34:51.741" v="1" actId="34807"/>
          <ac:spMkLst>
            <pc:docMk/>
            <pc:sldMk cId="114734184" sldId="2577"/>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114734184" sldId="2577"/>
            <ac:picMk id="5" creationId="{1488D5A2-8401-4F14-AD38-4266969747CA}"/>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20" actId="34807"/>
        <pc:sldMkLst>
          <pc:docMk/>
          <pc:sldMk cId="1692093268" sldId="2578"/>
        </pc:sldMkLst>
        <pc:spChg chg="mod ord">
          <ac:chgData name="Henry Habib" userId="S::henry.habib@theintelligentworker.com::490464b4-2593-4646-9d23-98bca4bf9ada" providerId="AD" clId="Web-{4C5892F3-002B-DF88-8F71-CA07B093D810}" dt="2025-01-30T19:34:51.741" v="1" actId="34807"/>
          <ac:spMkLst>
            <pc:docMk/>
            <pc:sldMk cId="1692093268" sldId="2578"/>
            <ac:spMk id="2" creationId="{6A92A205-3775-9C9B-E4C7-55A57D517880}"/>
          </ac:spMkLst>
        </pc:spChg>
        <pc:spChg chg="mod">
          <ac:chgData name="Henry Habib" userId="S::henry.habib@theintelligentworker.com::490464b4-2593-4646-9d23-98bca4bf9ada" providerId="AD" clId="Web-{4C5892F3-002B-DF88-8F71-CA07B093D810}" dt="2025-01-30T19:34:51.741" v="1" actId="34807"/>
          <ac:spMkLst>
            <pc:docMk/>
            <pc:sldMk cId="1692093268" sldId="2578"/>
            <ac:spMk id="4" creationId="{6C0D8F75-5809-0295-D8AE-2624C4336866}"/>
          </ac:spMkLst>
        </pc:spChg>
        <pc:spChg chg="add">
          <ac:chgData name="Henry Habib" userId="S::henry.habib@theintelligentworker.com::490464b4-2593-4646-9d23-98bca4bf9ada" providerId="AD" clId="Web-{4C5892F3-002B-DF88-8F71-CA07B093D810}" dt="2025-01-30T19:34:51.741" v="1" actId="34807"/>
          <ac:spMkLst>
            <pc:docMk/>
            <pc:sldMk cId="1692093268" sldId="2578"/>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1692093268" sldId="2578"/>
            <ac:picMk id="5" creationId="{7A5C379C-0871-4F3F-B50F-8F8791906338}"/>
          </ac:picMkLst>
        </pc:picChg>
      </pc:sldChg>
      <pc:sldChg chg="addSp modSp add mod modTransition setBg modClrScheme addAnim setClrOvrMap chgLayout">
        <pc:chgData name="Henry Habib" userId="S::henry.habib@theintelligentworker.com::490464b4-2593-4646-9d23-98bca4bf9ada" providerId="AD" clId="Web-{4C5892F3-002B-DF88-8F71-CA07B093D810}" dt="2025-01-30T19:34:51.756" v="21" actId="34807"/>
        <pc:sldMkLst>
          <pc:docMk/>
          <pc:sldMk cId="1405701219" sldId="2579"/>
        </pc:sldMkLst>
        <pc:spChg chg="mod">
          <ac:chgData name="Henry Habib" userId="S::henry.habib@theintelligentworker.com::490464b4-2593-4646-9d23-98bca4bf9ada" providerId="AD" clId="Web-{4C5892F3-002B-DF88-8F71-CA07B093D810}" dt="2025-01-30T19:34:51.741" v="1" actId="34807"/>
          <ac:spMkLst>
            <pc:docMk/>
            <pc:sldMk cId="1405701219" sldId="2579"/>
            <ac:spMk id="2" creationId="{0BF191D7-2C06-4D10-7A44-49366311854D}"/>
          </ac:spMkLst>
        </pc:spChg>
        <pc:spChg chg="add">
          <ac:chgData name="Henry Habib" userId="S::henry.habib@theintelligentworker.com::490464b4-2593-4646-9d23-98bca4bf9ada" providerId="AD" clId="Web-{4C5892F3-002B-DF88-8F71-CA07B093D810}" dt="2025-01-30T19:34:51.741" v="1" actId="34807"/>
          <ac:spMkLst>
            <pc:docMk/>
            <pc:sldMk cId="1405701219" sldId="2579"/>
            <ac:spMk id="7" creationId="{A3E8498D-DA8F-EF6C-5420-F153D4979209}"/>
          </ac:spMkLst>
        </pc:spChg>
      </pc:sldChg>
      <pc:sldChg chg="addSp modSp add mod modTransition setBg modClrScheme addAnim chgLayout">
        <pc:chgData name="Henry Habib" userId="S::henry.habib@theintelligentworker.com::490464b4-2593-4646-9d23-98bca4bf9ada" providerId="AD" clId="Web-{4C5892F3-002B-DF88-8F71-CA07B093D810}" dt="2025-01-30T19:34:51.756" v="22" actId="34807"/>
        <pc:sldMkLst>
          <pc:docMk/>
          <pc:sldMk cId="2364820343" sldId="2580"/>
        </pc:sldMkLst>
        <pc:spChg chg="mod ord">
          <ac:chgData name="Henry Habib" userId="S::henry.habib@theintelligentworker.com::490464b4-2593-4646-9d23-98bca4bf9ada" providerId="AD" clId="Web-{4C5892F3-002B-DF88-8F71-CA07B093D810}" dt="2025-01-30T19:34:51.741" v="1" actId="34807"/>
          <ac:spMkLst>
            <pc:docMk/>
            <pc:sldMk cId="2364820343" sldId="2580"/>
            <ac:spMk id="2" creationId="{6A8F54C3-0197-BB93-9C62-C7166B2BC64B}"/>
          </ac:spMkLst>
        </pc:spChg>
        <pc:spChg chg="mod">
          <ac:chgData name="Henry Habib" userId="S::henry.habib@theintelligentworker.com::490464b4-2593-4646-9d23-98bca4bf9ada" providerId="AD" clId="Web-{4C5892F3-002B-DF88-8F71-CA07B093D810}" dt="2025-01-30T19:34:51.741" v="1" actId="34807"/>
          <ac:spMkLst>
            <pc:docMk/>
            <pc:sldMk cId="2364820343" sldId="2580"/>
            <ac:spMk id="4" creationId="{D3110761-CC59-ED0D-4136-D305C940BDD9}"/>
          </ac:spMkLst>
        </pc:spChg>
        <pc:spChg chg="add">
          <ac:chgData name="Henry Habib" userId="S::henry.habib@theintelligentworker.com::490464b4-2593-4646-9d23-98bca4bf9ada" providerId="AD" clId="Web-{4C5892F3-002B-DF88-8F71-CA07B093D810}" dt="2025-01-30T19:34:51.741" v="1" actId="34807"/>
          <ac:spMkLst>
            <pc:docMk/>
            <pc:sldMk cId="2364820343" sldId="2580"/>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2364820343" sldId="2580"/>
            <ac:picMk id="5" creationId="{A4C1AA64-10C0-4DD3-8B9F-216307099FDC}"/>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23" actId="34807"/>
        <pc:sldMkLst>
          <pc:docMk/>
          <pc:sldMk cId="3420233256" sldId="2581"/>
        </pc:sldMkLst>
        <pc:spChg chg="mod ord">
          <ac:chgData name="Henry Habib" userId="S::henry.habib@theintelligentworker.com::490464b4-2593-4646-9d23-98bca4bf9ada" providerId="AD" clId="Web-{4C5892F3-002B-DF88-8F71-CA07B093D810}" dt="2025-01-30T19:34:51.741" v="1" actId="34807"/>
          <ac:spMkLst>
            <pc:docMk/>
            <pc:sldMk cId="3420233256" sldId="2581"/>
            <ac:spMk id="2" creationId="{7A56B9C0-D902-D308-4ECA-1C34F6923106}"/>
          </ac:spMkLst>
        </pc:spChg>
        <pc:spChg chg="mod">
          <ac:chgData name="Henry Habib" userId="S::henry.habib@theintelligentworker.com::490464b4-2593-4646-9d23-98bca4bf9ada" providerId="AD" clId="Web-{4C5892F3-002B-DF88-8F71-CA07B093D810}" dt="2025-01-30T19:34:51.741" v="1" actId="34807"/>
          <ac:spMkLst>
            <pc:docMk/>
            <pc:sldMk cId="3420233256" sldId="2581"/>
            <ac:spMk id="4" creationId="{8C970D6B-D8AC-6DFA-EBAB-1BAAB0300C2F}"/>
          </ac:spMkLst>
        </pc:spChg>
        <pc:spChg chg="add">
          <ac:chgData name="Henry Habib" userId="S::henry.habib@theintelligentworker.com::490464b4-2593-4646-9d23-98bca4bf9ada" providerId="AD" clId="Web-{4C5892F3-002B-DF88-8F71-CA07B093D810}" dt="2025-01-30T19:34:51.741" v="1" actId="34807"/>
          <ac:spMkLst>
            <pc:docMk/>
            <pc:sldMk cId="3420233256" sldId="2581"/>
            <ac:spMk id="10" creationId="{6ACA6F80-D392-A64E-3CF8-F28F1CCEE67B}"/>
          </ac:spMkLst>
        </pc:spChg>
        <pc:picChg chg="mod">
          <ac:chgData name="Henry Habib" userId="S::henry.habib@theintelligentworker.com::490464b4-2593-4646-9d23-98bca4bf9ada" providerId="AD" clId="Web-{4C5892F3-002B-DF88-8F71-CA07B093D810}" dt="2025-01-30T19:34:51.741" v="1" actId="34807"/>
          <ac:picMkLst>
            <pc:docMk/>
            <pc:sldMk cId="3420233256" sldId="2581"/>
            <ac:picMk id="5" creationId="{056076AE-4AA0-4E35-BDA8-66E8C5572EB5}"/>
          </ac:picMkLst>
        </pc:picChg>
      </pc:sldChg>
      <pc:sldChg chg="addSp modSp add mod modTransition setBg modClrScheme addAnim setClrOvrMap chgLayout">
        <pc:chgData name="Henry Habib" userId="S::henry.habib@theintelligentworker.com::490464b4-2593-4646-9d23-98bca4bf9ada" providerId="AD" clId="Web-{4C5892F3-002B-DF88-8F71-CA07B093D810}" dt="2025-01-30T19:34:51.756" v="24" actId="34807"/>
        <pc:sldMkLst>
          <pc:docMk/>
          <pc:sldMk cId="1735457344" sldId="2582"/>
        </pc:sldMkLst>
        <pc:spChg chg="mod">
          <ac:chgData name="Henry Habib" userId="S::henry.habib@theintelligentworker.com::490464b4-2593-4646-9d23-98bca4bf9ada" providerId="AD" clId="Web-{4C5892F3-002B-DF88-8F71-CA07B093D810}" dt="2025-01-30T19:34:51.741" v="1" actId="34807"/>
          <ac:spMkLst>
            <pc:docMk/>
            <pc:sldMk cId="1735457344" sldId="2582"/>
            <ac:spMk id="2" creationId="{346C92D7-A384-B164-96BB-3429C0383AF6}"/>
          </ac:spMkLst>
        </pc:spChg>
        <pc:spChg chg="add">
          <ac:chgData name="Henry Habib" userId="S::henry.habib@theintelligentworker.com::490464b4-2593-4646-9d23-98bca4bf9ada" providerId="AD" clId="Web-{4C5892F3-002B-DF88-8F71-CA07B093D810}" dt="2025-01-30T19:34:51.741" v="1" actId="34807"/>
          <ac:spMkLst>
            <pc:docMk/>
            <pc:sldMk cId="1735457344" sldId="2582"/>
            <ac:spMk id="7" creationId="{A3E8498D-DA8F-EF6C-5420-F153D4979209}"/>
          </ac:spMkLst>
        </pc:spChg>
      </pc:sldChg>
      <pc:sldChg chg="addSp modSp add mod modTransition setBg modClrScheme addAnim chgLayout">
        <pc:chgData name="Henry Habib" userId="S::henry.habib@theintelligentworker.com::490464b4-2593-4646-9d23-98bca4bf9ada" providerId="AD" clId="Web-{4C5892F3-002B-DF88-8F71-CA07B093D810}" dt="2025-01-30T19:34:51.756" v="25" actId="34807"/>
        <pc:sldMkLst>
          <pc:docMk/>
          <pc:sldMk cId="3510198010" sldId="2583"/>
        </pc:sldMkLst>
        <pc:spChg chg="mod ord">
          <ac:chgData name="Henry Habib" userId="S::henry.habib@theintelligentworker.com::490464b4-2593-4646-9d23-98bca4bf9ada" providerId="AD" clId="Web-{4C5892F3-002B-DF88-8F71-CA07B093D810}" dt="2025-01-30T19:34:51.741" v="1" actId="34807"/>
          <ac:spMkLst>
            <pc:docMk/>
            <pc:sldMk cId="3510198010" sldId="2583"/>
            <ac:spMk id="2" creationId="{55ABDB2D-C34D-7D4A-2706-F151458AFEB4}"/>
          </ac:spMkLst>
        </pc:spChg>
        <pc:spChg chg="mod">
          <ac:chgData name="Henry Habib" userId="S::henry.habib@theintelligentworker.com::490464b4-2593-4646-9d23-98bca4bf9ada" providerId="AD" clId="Web-{4C5892F3-002B-DF88-8F71-CA07B093D810}" dt="2025-01-30T19:34:51.741" v="1" actId="34807"/>
          <ac:spMkLst>
            <pc:docMk/>
            <pc:sldMk cId="3510198010" sldId="2583"/>
            <ac:spMk id="4" creationId="{2E773BC3-78E9-FC42-497C-346874A11297}"/>
          </ac:spMkLst>
        </pc:spChg>
        <pc:spChg chg="add">
          <ac:chgData name="Henry Habib" userId="S::henry.habib@theintelligentworker.com::490464b4-2593-4646-9d23-98bca4bf9ada" providerId="AD" clId="Web-{4C5892F3-002B-DF88-8F71-CA07B093D810}" dt="2025-01-30T19:34:51.741" v="1" actId="34807"/>
          <ac:spMkLst>
            <pc:docMk/>
            <pc:sldMk cId="3510198010" sldId="2583"/>
            <ac:spMk id="10" creationId="{C20CE451-818C-E63D-258B-234B6C543D34}"/>
          </ac:spMkLst>
        </pc:spChg>
        <pc:picChg chg="mod">
          <ac:chgData name="Henry Habib" userId="S::henry.habib@theintelligentworker.com::490464b4-2593-4646-9d23-98bca4bf9ada" providerId="AD" clId="Web-{4C5892F3-002B-DF88-8F71-CA07B093D810}" dt="2025-01-30T19:34:51.741" v="1" actId="34807"/>
          <ac:picMkLst>
            <pc:docMk/>
            <pc:sldMk cId="3510198010" sldId="2583"/>
            <ac:picMk id="5" creationId="{B5DC3E91-3F1F-460A-B17F-F33D5CE678B6}"/>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26" actId="34807"/>
        <pc:sldMkLst>
          <pc:docMk/>
          <pc:sldMk cId="3687915226" sldId="2584"/>
        </pc:sldMkLst>
        <pc:spChg chg="mod ord">
          <ac:chgData name="Henry Habib" userId="S::henry.habib@theintelligentworker.com::490464b4-2593-4646-9d23-98bca4bf9ada" providerId="AD" clId="Web-{4C5892F3-002B-DF88-8F71-CA07B093D810}" dt="2025-01-30T19:34:51.741" v="1" actId="34807"/>
          <ac:spMkLst>
            <pc:docMk/>
            <pc:sldMk cId="3687915226" sldId="2584"/>
            <ac:spMk id="2" creationId="{6770B132-98A5-9809-C60A-A85B33136C64}"/>
          </ac:spMkLst>
        </pc:spChg>
        <pc:spChg chg="mod">
          <ac:chgData name="Henry Habib" userId="S::henry.habib@theintelligentworker.com::490464b4-2593-4646-9d23-98bca4bf9ada" providerId="AD" clId="Web-{4C5892F3-002B-DF88-8F71-CA07B093D810}" dt="2025-01-30T19:34:51.741" v="1" actId="34807"/>
          <ac:spMkLst>
            <pc:docMk/>
            <pc:sldMk cId="3687915226" sldId="2584"/>
            <ac:spMk id="4" creationId="{A9957E44-ADDB-6252-5430-529A59979A1E}"/>
          </ac:spMkLst>
        </pc:spChg>
        <pc:spChg chg="add">
          <ac:chgData name="Henry Habib" userId="S::henry.habib@theintelligentworker.com::490464b4-2593-4646-9d23-98bca4bf9ada" providerId="AD" clId="Web-{4C5892F3-002B-DF88-8F71-CA07B093D810}" dt="2025-01-30T19:34:51.741" v="1" actId="34807"/>
          <ac:spMkLst>
            <pc:docMk/>
            <pc:sldMk cId="3687915226" sldId="2584"/>
            <ac:spMk id="10" creationId="{C20CE451-818C-E63D-258B-234B6C543D34}"/>
          </ac:spMkLst>
        </pc:spChg>
        <pc:picChg chg="mod">
          <ac:chgData name="Henry Habib" userId="S::henry.habib@theintelligentworker.com::490464b4-2593-4646-9d23-98bca4bf9ada" providerId="AD" clId="Web-{4C5892F3-002B-DF88-8F71-CA07B093D810}" dt="2025-01-30T19:34:51.741" v="1" actId="34807"/>
          <ac:picMkLst>
            <pc:docMk/>
            <pc:sldMk cId="3687915226" sldId="2584"/>
            <ac:picMk id="5" creationId="{0CC5B647-6609-40AE-B444-4FBCC1189540}"/>
          </ac:picMkLst>
        </pc:picChg>
      </pc:sldChg>
      <pc:sldChg chg="addSp modSp add mod modTransition setBg modClrScheme addAnim chgLayout">
        <pc:chgData name="Henry Habib" userId="S::henry.habib@theintelligentworker.com::490464b4-2593-4646-9d23-98bca4bf9ada" providerId="AD" clId="Web-{4C5892F3-002B-DF88-8F71-CA07B093D810}" dt="2025-01-30T19:34:51.756" v="27" actId="34807"/>
        <pc:sldMkLst>
          <pc:docMk/>
          <pc:sldMk cId="3645076390" sldId="2585"/>
        </pc:sldMkLst>
        <pc:spChg chg="mod ord">
          <ac:chgData name="Henry Habib" userId="S::henry.habib@theintelligentworker.com::490464b4-2593-4646-9d23-98bca4bf9ada" providerId="AD" clId="Web-{4C5892F3-002B-DF88-8F71-CA07B093D810}" dt="2025-01-30T19:34:51.741" v="1" actId="34807"/>
          <ac:spMkLst>
            <pc:docMk/>
            <pc:sldMk cId="3645076390" sldId="2585"/>
            <ac:spMk id="2" creationId="{1CE04E58-2815-E545-9428-E6EC2987E969}"/>
          </ac:spMkLst>
        </pc:spChg>
        <pc:spChg chg="mod">
          <ac:chgData name="Henry Habib" userId="S::henry.habib@theintelligentworker.com::490464b4-2593-4646-9d23-98bca4bf9ada" providerId="AD" clId="Web-{4C5892F3-002B-DF88-8F71-CA07B093D810}" dt="2025-01-30T19:34:51.741" v="1" actId="34807"/>
          <ac:spMkLst>
            <pc:docMk/>
            <pc:sldMk cId="3645076390" sldId="2585"/>
            <ac:spMk id="4" creationId="{2C4D21ED-4CA9-BA13-F26D-E0966F1A813E}"/>
          </ac:spMkLst>
        </pc:spChg>
        <pc:spChg chg="add">
          <ac:chgData name="Henry Habib" userId="S::henry.habib@theintelligentworker.com::490464b4-2593-4646-9d23-98bca4bf9ada" providerId="AD" clId="Web-{4C5892F3-002B-DF88-8F71-CA07B093D810}" dt="2025-01-30T19:34:51.741" v="1" actId="34807"/>
          <ac:spMkLst>
            <pc:docMk/>
            <pc:sldMk cId="3645076390" sldId="2585"/>
            <ac:spMk id="10" creationId="{5E8D3B17-7638-DFD3-18E4-8A6D611749CF}"/>
          </ac:spMkLst>
        </pc:spChg>
        <pc:picChg chg="mod">
          <ac:chgData name="Henry Habib" userId="S::henry.habib@theintelligentworker.com::490464b4-2593-4646-9d23-98bca4bf9ada" providerId="AD" clId="Web-{4C5892F3-002B-DF88-8F71-CA07B093D810}" dt="2025-01-30T19:34:51.741" v="1" actId="34807"/>
          <ac:picMkLst>
            <pc:docMk/>
            <pc:sldMk cId="3645076390" sldId="2585"/>
            <ac:picMk id="5" creationId="{07434871-91FE-437B-8778-EF4671660900}"/>
          </ac:picMkLst>
        </pc:picChg>
      </pc:sldChg>
      <pc:sldChg chg="addSp delSp modSp add mod modTransition setBg modClrScheme setClrOvrMap chgLayout">
        <pc:chgData name="Henry Habib" userId="S::henry.habib@theintelligentworker.com::490464b4-2593-4646-9d23-98bca4bf9ada" providerId="AD" clId="Web-{4C5892F3-002B-DF88-8F71-CA07B093D810}" dt="2025-01-30T19:34:51.741" v="1" actId="34807"/>
        <pc:sldMkLst>
          <pc:docMk/>
          <pc:sldMk cId="2206815489" sldId="2586"/>
        </pc:sldMkLst>
        <pc:spChg chg="mod">
          <ac:chgData name="Henry Habib" userId="S::henry.habib@theintelligentworker.com::490464b4-2593-4646-9d23-98bca4bf9ada" providerId="AD" clId="Web-{4C5892F3-002B-DF88-8F71-CA07B093D810}" dt="2025-01-30T19:34:51.741" v="1" actId="34807"/>
          <ac:spMkLst>
            <pc:docMk/>
            <pc:sldMk cId="2206815489" sldId="2586"/>
            <ac:spMk id="2" creationId="{F9F983F5-6FC1-5985-D0C6-17388B947576}"/>
          </ac:spMkLst>
        </pc:spChg>
        <pc:spChg chg="del">
          <ac:chgData name="Henry Habib" userId="S::henry.habib@theintelligentworker.com::490464b4-2593-4646-9d23-98bca4bf9ada" providerId="AD" clId="Web-{4C5892F3-002B-DF88-8F71-CA07B093D810}" dt="2025-01-30T19:34:51.741" v="1" actId="34807"/>
          <ac:spMkLst>
            <pc:docMk/>
            <pc:sldMk cId="2206815489" sldId="2586"/>
            <ac:spMk id="3" creationId="{942420BF-6098-CB2E-533A-46CFA2FD44B3}"/>
          </ac:spMkLst>
        </pc:spChg>
        <pc:spChg chg="add">
          <ac:chgData name="Henry Habib" userId="S::henry.habib@theintelligentworker.com::490464b4-2593-4646-9d23-98bca4bf9ada" providerId="AD" clId="Web-{4C5892F3-002B-DF88-8F71-CA07B093D810}" dt="2025-01-30T19:34:51.741" v="1" actId="34807"/>
          <ac:spMkLst>
            <pc:docMk/>
            <pc:sldMk cId="2206815489" sldId="2586"/>
            <ac:spMk id="8" creationId="{F6F74C59-445A-9824-B537-A392A6ECEC3D}"/>
          </ac:spMkLst>
        </pc:spChg>
        <pc:graphicFrameChg chg="add mod">
          <ac:chgData name="Henry Habib" userId="S::henry.habib@theintelligentworker.com::490464b4-2593-4646-9d23-98bca4bf9ada" providerId="AD" clId="Web-{4C5892F3-002B-DF88-8F71-CA07B093D810}" dt="2025-01-30T19:34:51.741" v="1" actId="34807"/>
          <ac:graphicFrameMkLst>
            <pc:docMk/>
            <pc:sldMk cId="2206815489" sldId="2586"/>
            <ac:graphicFrameMk id="9" creationId="{AEA1D51B-F525-C3B3-41B6-C6972299210E}"/>
          </ac:graphicFrameMkLst>
        </pc:graphicFrameChg>
      </pc:sldChg>
      <pc:sldChg chg="addSp modSp add mod setBg">
        <pc:chgData name="Henry Habib" userId="S::henry.habib@theintelligentworker.com::490464b4-2593-4646-9d23-98bca4bf9ada" providerId="AD" clId="Web-{4C5892F3-002B-DF88-8F71-CA07B093D810}" dt="2025-01-30T19:35:42.523" v="30" actId="34807"/>
        <pc:sldMkLst>
          <pc:docMk/>
          <pc:sldMk cId="833175959" sldId="2587"/>
        </pc:sldMkLst>
        <pc:spChg chg="mod ord">
          <ac:chgData name="Henry Habib" userId="S::henry.habib@theintelligentworker.com::490464b4-2593-4646-9d23-98bca4bf9ada" providerId="AD" clId="Web-{4C5892F3-002B-DF88-8F71-CA07B093D810}" dt="2025-01-30T19:35:42.523" v="30" actId="34807"/>
          <ac:spMkLst>
            <pc:docMk/>
            <pc:sldMk cId="833175959" sldId="2587"/>
            <ac:spMk id="2" creationId="{58227B53-B301-D1FD-F93D-F5C0E2CD15D2}"/>
          </ac:spMkLst>
        </pc:spChg>
        <pc:spChg chg="mod">
          <ac:chgData name="Henry Habib" userId="S::henry.habib@theintelligentworker.com::490464b4-2593-4646-9d23-98bca4bf9ada" providerId="AD" clId="Web-{4C5892F3-002B-DF88-8F71-CA07B093D810}" dt="2025-01-30T19:35:42.523" v="30" actId="34807"/>
          <ac:spMkLst>
            <pc:docMk/>
            <pc:sldMk cId="833175959" sldId="2587"/>
            <ac:spMk id="4" creationId="{8936A6BE-673D-2A29-4DEB-823F356B6787}"/>
          </ac:spMkLst>
        </pc:spChg>
        <pc:spChg chg="add">
          <ac:chgData name="Henry Habib" userId="S::henry.habib@theintelligentworker.com::490464b4-2593-4646-9d23-98bca4bf9ada" providerId="AD" clId="Web-{4C5892F3-002B-DF88-8F71-CA07B093D810}" dt="2025-01-30T19:35:42.523" v="30" actId="34807"/>
          <ac:spMkLst>
            <pc:docMk/>
            <pc:sldMk cId="833175959" sldId="2587"/>
            <ac:spMk id="10" creationId="{C20CE451-818C-E63D-258B-234B6C543D34}"/>
          </ac:spMkLst>
        </pc:spChg>
        <pc:picChg chg="mod">
          <ac:chgData name="Henry Habib" userId="S::henry.habib@theintelligentworker.com::490464b4-2593-4646-9d23-98bca4bf9ada" providerId="AD" clId="Web-{4C5892F3-002B-DF88-8F71-CA07B093D810}" dt="2025-01-30T19:35:42.523" v="30" actId="34807"/>
          <ac:picMkLst>
            <pc:docMk/>
            <pc:sldMk cId="833175959" sldId="2587"/>
            <ac:picMk id="5" creationId="{5F605B48-A85C-40BE-AE28-83FB9631CB44}"/>
          </ac:picMkLst>
        </pc:picChg>
      </pc:sldChg>
      <pc:sldMasterChg chg="del delSldLayout">
        <pc:chgData name="Henry Habib" userId="S::henry.habib@theintelligentworker.com::490464b4-2593-4646-9d23-98bca4bf9ada" providerId="AD" clId="Web-{4C5892F3-002B-DF88-8F71-CA07B093D810}" dt="2025-01-30T19:34:51.741" v="1" actId="34807"/>
        <pc:sldMasterMkLst>
          <pc:docMk/>
          <pc:sldMasterMk cId="2460954070" sldId="2147483660"/>
        </pc:sldMasterMkLst>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2385387890" sldId="2147483661"/>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949138452" sldId="2147483662"/>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2591524520" sldId="2147483663"/>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1203092039" sldId="2147483664"/>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3733172339" sldId="2147483665"/>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3210312558" sldId="2147483666"/>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3146388984" sldId="2147483667"/>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3171841454" sldId="2147483668"/>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1718958274" sldId="2147483669"/>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2202905451" sldId="2147483670"/>
          </pc:sldLayoutMkLst>
        </pc:sldLayoutChg>
        <pc:sldLayoutChg chg="del">
          <pc:chgData name="Henry Habib" userId="S::henry.habib@theintelligentworker.com::490464b4-2593-4646-9d23-98bca4bf9ada" providerId="AD" clId="Web-{4C5892F3-002B-DF88-8F71-CA07B093D810}" dt="2025-01-30T19:34:51.741" v="1" actId="34807"/>
          <pc:sldLayoutMkLst>
            <pc:docMk/>
            <pc:sldMasterMk cId="2460954070" sldId="2147483660"/>
            <pc:sldLayoutMk cId="3479445657" sldId="2147483671"/>
          </pc:sldLayoutMkLst>
        </pc:sldLayoutChg>
      </pc:sldMasterChg>
      <pc:sldMasterChg chg="add addSldLayout">
        <pc:chgData name="Henry Habib" userId="S::henry.habib@theintelligentworker.com::490464b4-2593-4646-9d23-98bca4bf9ada" providerId="AD" clId="Web-{4C5892F3-002B-DF88-8F71-CA07B093D810}" dt="2025-01-30T19:34:51.741" v="1" actId="34807"/>
        <pc:sldMasterMkLst>
          <pc:docMk/>
          <pc:sldMasterMk cId="179826368" sldId="2147483672"/>
        </pc:sldMasterMkLst>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252716040" sldId="2147483673"/>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4077124444" sldId="2147483674"/>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54525461" sldId="2147483675"/>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1052887077" sldId="2147483676"/>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2396409634" sldId="2147483677"/>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2193563553" sldId="2147483678"/>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4129759428" sldId="2147483679"/>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2748459365" sldId="2147483680"/>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3226309407" sldId="2147483681"/>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1285826368" sldId="2147483682"/>
          </pc:sldLayoutMkLst>
        </pc:sldLayoutChg>
        <pc:sldLayoutChg chg="add">
          <pc:chgData name="Henry Habib" userId="S::henry.habib@theintelligentworker.com::490464b4-2593-4646-9d23-98bca4bf9ada" providerId="AD" clId="Web-{4C5892F3-002B-DF88-8F71-CA07B093D810}" dt="2025-01-30T19:34:51.741" v="1" actId="34807"/>
          <pc:sldLayoutMkLst>
            <pc:docMk/>
            <pc:sldMasterMk cId="179826368" sldId="2147483672"/>
            <pc:sldLayoutMk cId="138557949" sldId="2147483683"/>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C35FA6-5186-47C1-865C-93C6F8399534}"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F98A8B36-4789-4EF7-8AA4-EDEBADF57926}">
      <dgm:prSet/>
      <dgm:spPr/>
      <dgm:t>
        <a:bodyPr/>
        <a:lstStyle/>
        <a:p>
          <a:pPr>
            <a:lnSpc>
              <a:spcPct val="100000"/>
            </a:lnSpc>
            <a:defRPr b="1"/>
          </a:pPr>
          <a:r>
            <a:rPr lang="en-US"/>
            <a:t>Cultural Perception</a:t>
          </a:r>
        </a:p>
      </dgm:t>
    </dgm:pt>
    <dgm:pt modelId="{6384BA56-8A25-487E-BCF4-5DF1905FA9F6}" type="parTrans" cxnId="{9EF6B238-ADA5-44EB-82B4-6A01866760BA}">
      <dgm:prSet/>
      <dgm:spPr/>
      <dgm:t>
        <a:bodyPr/>
        <a:lstStyle/>
        <a:p>
          <a:endParaRPr lang="en-US"/>
        </a:p>
      </dgm:t>
    </dgm:pt>
    <dgm:pt modelId="{0A4E6945-B107-4206-8D14-5E7AB6C4A36F}" type="sibTrans" cxnId="{9EF6B238-ADA5-44EB-82B4-6A01866760BA}">
      <dgm:prSet/>
      <dgm:spPr/>
      <dgm:t>
        <a:bodyPr/>
        <a:lstStyle/>
        <a:p>
          <a:pPr>
            <a:lnSpc>
              <a:spcPct val="100000"/>
            </a:lnSpc>
            <a:defRPr b="1"/>
          </a:pPr>
          <a:endParaRPr lang="en-US"/>
        </a:p>
      </dgm:t>
    </dgm:pt>
    <dgm:pt modelId="{29639D54-E053-41A1-82FE-ED4B08C20EB8}">
      <dgm:prSet/>
      <dgm:spPr/>
      <dgm:t>
        <a:bodyPr/>
        <a:lstStyle/>
        <a:p>
          <a:pPr>
            <a:lnSpc>
              <a:spcPct val="100000"/>
            </a:lnSpc>
          </a:pPr>
          <a:r>
            <a:rPr lang="en-US"/>
            <a:t>This analysis highlights the cultural preference for dogs as heroes in contrast to cats, which are portrayed differently.</a:t>
          </a:r>
        </a:p>
      </dgm:t>
    </dgm:pt>
    <dgm:pt modelId="{D873636F-E98F-4A06-A374-C6E3CDF4B2B8}" type="parTrans" cxnId="{13F656CA-D3AC-43B2-9D09-900209C8CCE6}">
      <dgm:prSet/>
      <dgm:spPr/>
      <dgm:t>
        <a:bodyPr/>
        <a:lstStyle/>
        <a:p>
          <a:endParaRPr lang="en-US"/>
        </a:p>
      </dgm:t>
    </dgm:pt>
    <dgm:pt modelId="{8E128CB6-902E-4C6C-8D33-0483E9A46159}" type="sibTrans" cxnId="{13F656CA-D3AC-43B2-9D09-900209C8CCE6}">
      <dgm:prSet/>
      <dgm:spPr/>
      <dgm:t>
        <a:bodyPr/>
        <a:lstStyle/>
        <a:p>
          <a:endParaRPr lang="en-US"/>
        </a:p>
      </dgm:t>
    </dgm:pt>
    <dgm:pt modelId="{1D735ECC-EA7E-403E-AF23-E7C30CEC1B98}">
      <dgm:prSet/>
      <dgm:spPr/>
      <dgm:t>
        <a:bodyPr/>
        <a:lstStyle/>
        <a:p>
          <a:pPr>
            <a:lnSpc>
              <a:spcPct val="100000"/>
            </a:lnSpc>
            <a:defRPr b="1"/>
          </a:pPr>
          <a:r>
            <a:rPr lang="en-US"/>
            <a:t>Emotional Connection</a:t>
          </a:r>
        </a:p>
      </dgm:t>
    </dgm:pt>
    <dgm:pt modelId="{3F9DB72C-4C67-453E-9EAC-3FBD8490CE66}" type="parTrans" cxnId="{3FD66E30-1134-493A-BB51-C9D873A8DBC3}">
      <dgm:prSet/>
      <dgm:spPr/>
      <dgm:t>
        <a:bodyPr/>
        <a:lstStyle/>
        <a:p>
          <a:endParaRPr lang="en-US"/>
        </a:p>
      </dgm:t>
    </dgm:pt>
    <dgm:pt modelId="{8B9DC33E-38E4-4B00-BE31-692352AE092D}" type="sibTrans" cxnId="{3FD66E30-1134-493A-BB51-C9D873A8DBC3}">
      <dgm:prSet/>
      <dgm:spPr/>
      <dgm:t>
        <a:bodyPr/>
        <a:lstStyle/>
        <a:p>
          <a:pPr>
            <a:lnSpc>
              <a:spcPct val="100000"/>
            </a:lnSpc>
            <a:defRPr b="1"/>
          </a:pPr>
          <a:endParaRPr lang="en-US"/>
        </a:p>
      </dgm:t>
    </dgm:pt>
    <dgm:pt modelId="{5B74BC5D-0210-4F1C-BB91-16181AC7E972}">
      <dgm:prSet/>
      <dgm:spPr/>
      <dgm:t>
        <a:bodyPr/>
        <a:lstStyle/>
        <a:p>
          <a:pPr>
            <a:lnSpc>
              <a:spcPct val="100000"/>
            </a:lnSpc>
          </a:pPr>
          <a:r>
            <a:rPr lang="en-US"/>
            <a:t>Hero dogs tend to evoke stronger emotional connections with audiences compared to hero cats, influencing their portrayal in stories.</a:t>
          </a:r>
        </a:p>
      </dgm:t>
    </dgm:pt>
    <dgm:pt modelId="{C3DF5787-158C-4904-9D26-E59311094177}" type="parTrans" cxnId="{BEDF5AAA-A27E-455B-B127-1F7778DFB80B}">
      <dgm:prSet/>
      <dgm:spPr/>
      <dgm:t>
        <a:bodyPr/>
        <a:lstStyle/>
        <a:p>
          <a:endParaRPr lang="en-US"/>
        </a:p>
      </dgm:t>
    </dgm:pt>
    <dgm:pt modelId="{887F538F-8326-4153-AC13-90196866AFB3}" type="sibTrans" cxnId="{BEDF5AAA-A27E-455B-B127-1F7778DFB80B}">
      <dgm:prSet/>
      <dgm:spPr/>
      <dgm:t>
        <a:bodyPr/>
        <a:lstStyle/>
        <a:p>
          <a:endParaRPr lang="en-US"/>
        </a:p>
      </dgm:t>
    </dgm:pt>
    <dgm:pt modelId="{0DF65E1E-59C4-4477-8AC7-A908618AF624}">
      <dgm:prSet/>
      <dgm:spPr/>
      <dgm:t>
        <a:bodyPr/>
        <a:lstStyle/>
        <a:p>
          <a:pPr>
            <a:lnSpc>
              <a:spcPct val="100000"/>
            </a:lnSpc>
            <a:defRPr b="1"/>
          </a:pPr>
          <a:r>
            <a:rPr lang="en-US"/>
            <a:t>Representation in Media</a:t>
          </a:r>
        </a:p>
      </dgm:t>
    </dgm:pt>
    <dgm:pt modelId="{3D9ED377-3057-4CCC-AB82-252DE8933B6F}" type="parTrans" cxnId="{F804F0B2-41DA-48A6-84EB-CF4B20B753A1}">
      <dgm:prSet/>
      <dgm:spPr/>
      <dgm:t>
        <a:bodyPr/>
        <a:lstStyle/>
        <a:p>
          <a:endParaRPr lang="en-US"/>
        </a:p>
      </dgm:t>
    </dgm:pt>
    <dgm:pt modelId="{A07FA707-4C9A-43E2-AA80-B3C8DCA458E2}" type="sibTrans" cxnId="{F804F0B2-41DA-48A6-84EB-CF4B20B753A1}">
      <dgm:prSet/>
      <dgm:spPr/>
      <dgm:t>
        <a:bodyPr/>
        <a:lstStyle/>
        <a:p>
          <a:endParaRPr lang="en-US"/>
        </a:p>
      </dgm:t>
    </dgm:pt>
    <dgm:pt modelId="{CCA28EBC-A6E9-453C-A781-C5FD3CE03F1D}">
      <dgm:prSet/>
      <dgm:spPr/>
      <dgm:t>
        <a:bodyPr/>
        <a:lstStyle/>
        <a:p>
          <a:pPr>
            <a:lnSpc>
              <a:spcPct val="100000"/>
            </a:lnSpc>
          </a:pPr>
          <a:r>
            <a:rPr lang="en-US"/>
            <a:t>Heroic dogs are frequently depicted in films and literature, while hero cats often play secondary or comedic roles.</a:t>
          </a:r>
        </a:p>
      </dgm:t>
    </dgm:pt>
    <dgm:pt modelId="{AF478184-A75E-46F6-BF11-A032A1EAC454}" type="parTrans" cxnId="{15563989-B20C-478F-9080-EBDF62E57314}">
      <dgm:prSet/>
      <dgm:spPr/>
      <dgm:t>
        <a:bodyPr/>
        <a:lstStyle/>
        <a:p>
          <a:endParaRPr lang="en-US"/>
        </a:p>
      </dgm:t>
    </dgm:pt>
    <dgm:pt modelId="{29EE5816-BD19-4314-8F98-532F1DC52AC1}" type="sibTrans" cxnId="{15563989-B20C-478F-9080-EBDF62E57314}">
      <dgm:prSet/>
      <dgm:spPr/>
      <dgm:t>
        <a:bodyPr/>
        <a:lstStyle/>
        <a:p>
          <a:endParaRPr lang="en-US"/>
        </a:p>
      </dgm:t>
    </dgm:pt>
    <dgm:pt modelId="{53043B02-B86A-416A-A104-507CDCFBA7DC}" type="pres">
      <dgm:prSet presAssocID="{CBC35FA6-5186-47C1-865C-93C6F8399534}" presName="Root" presStyleCnt="0">
        <dgm:presLayoutVars>
          <dgm:dir/>
          <dgm:resizeHandles val="exact"/>
        </dgm:presLayoutVars>
      </dgm:prSet>
      <dgm:spPr/>
    </dgm:pt>
    <dgm:pt modelId="{CF696DD2-99DA-4A6E-9B73-B59E8735B5C5}" type="pres">
      <dgm:prSet presAssocID="{F98A8B36-4789-4EF7-8AA4-EDEBADF57926}" presName="Composite" presStyleCnt="0"/>
      <dgm:spPr/>
    </dgm:pt>
    <dgm:pt modelId="{F1BE2547-69FA-4EBC-8E23-15BD70E8FBF3}" type="pres">
      <dgm:prSet presAssocID="{F98A8B36-4789-4EF7-8AA4-EDEBADF5792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910" r="19339"/>
          <a:stretch/>
        </a:blipFill>
      </dgm:spPr>
      <dgm:extLst>
        <a:ext uri="{E40237B7-FDA0-4F09-8148-C483321AD2D9}">
          <dgm14:cNvPr xmlns:dgm14="http://schemas.microsoft.com/office/drawing/2010/diagram" id="0" name="" descr="Pets behind the orange color desk."/>
        </a:ext>
      </dgm:extLst>
    </dgm:pt>
    <dgm:pt modelId="{B32B9F0A-4636-4D2C-B604-4D7CDE09DAF2}" type="pres">
      <dgm:prSet presAssocID="{F98A8B36-4789-4EF7-8AA4-EDEBADF57926}" presName="Subtitle" presStyleLbl="revTx" presStyleIdx="0" presStyleCnt="6">
        <dgm:presLayoutVars>
          <dgm:chMax val="0"/>
          <dgm:bulletEnabled/>
        </dgm:presLayoutVars>
      </dgm:prSet>
      <dgm:spPr/>
    </dgm:pt>
    <dgm:pt modelId="{E946C8E9-C474-45EB-B05F-24C1FC20523F}" type="pres">
      <dgm:prSet presAssocID="{F98A8B36-4789-4EF7-8AA4-EDEBADF57926}" presName="Description" presStyleLbl="revTx" presStyleIdx="1" presStyleCnt="6">
        <dgm:presLayoutVars>
          <dgm:bulletEnabled/>
        </dgm:presLayoutVars>
      </dgm:prSet>
      <dgm:spPr/>
    </dgm:pt>
    <dgm:pt modelId="{19DC58A0-3548-4160-95EF-409514ABB24E}" type="pres">
      <dgm:prSet presAssocID="{0A4E6945-B107-4206-8D14-5E7AB6C4A36F}" presName="sibTrans" presStyleLbl="sibTrans2D1" presStyleIdx="0" presStyleCnt="0"/>
      <dgm:spPr/>
    </dgm:pt>
    <dgm:pt modelId="{96320E64-440F-4E2C-B1D4-0A06F9274783}" type="pres">
      <dgm:prSet presAssocID="{1D735ECC-EA7E-403E-AF23-E7C30CEC1B98}" presName="Composite" presStyleCnt="0"/>
      <dgm:spPr/>
    </dgm:pt>
    <dgm:pt modelId="{9CFA729F-82B9-47F5-92BF-E218ADA81198}" type="pres">
      <dgm:prSet presAssocID="{1D735ECC-EA7E-403E-AF23-E7C30CEC1B9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7887" r="15363"/>
          <a:stretch/>
        </a:blipFill>
      </dgm:spPr>
      <dgm:extLst>
        <a:ext uri="{E40237B7-FDA0-4F09-8148-C483321AD2D9}">
          <dgm14:cNvPr xmlns:dgm14="http://schemas.microsoft.com/office/drawing/2010/diagram" id="0" name="" descr="Golden Retriever, Dog, Animal, Purebred Dog, Grass"/>
        </a:ext>
      </dgm:extLst>
    </dgm:pt>
    <dgm:pt modelId="{2465CAEE-89EB-4C0B-B44B-7B270A3E74F1}" type="pres">
      <dgm:prSet presAssocID="{1D735ECC-EA7E-403E-AF23-E7C30CEC1B98}" presName="Subtitle" presStyleLbl="revTx" presStyleIdx="2" presStyleCnt="6">
        <dgm:presLayoutVars>
          <dgm:chMax val="0"/>
          <dgm:bulletEnabled/>
        </dgm:presLayoutVars>
      </dgm:prSet>
      <dgm:spPr/>
    </dgm:pt>
    <dgm:pt modelId="{8479A58F-C5A9-4630-8AD3-F58599E5ED40}" type="pres">
      <dgm:prSet presAssocID="{1D735ECC-EA7E-403E-AF23-E7C30CEC1B98}" presName="Description" presStyleLbl="revTx" presStyleIdx="3" presStyleCnt="6">
        <dgm:presLayoutVars>
          <dgm:bulletEnabled/>
        </dgm:presLayoutVars>
      </dgm:prSet>
      <dgm:spPr/>
    </dgm:pt>
    <dgm:pt modelId="{67B5C60D-CEFA-45FC-A896-BE8DCF9E89E3}" type="pres">
      <dgm:prSet presAssocID="{8B9DC33E-38E4-4B00-BE31-692352AE092D}" presName="sibTrans" presStyleLbl="sibTrans2D1" presStyleIdx="0" presStyleCnt="0"/>
      <dgm:spPr/>
    </dgm:pt>
    <dgm:pt modelId="{E0B94B98-BBBE-40B1-8063-EF9A9904333A}" type="pres">
      <dgm:prSet presAssocID="{0DF65E1E-59C4-4477-8AC7-A908618AF624}" presName="Composite" presStyleCnt="0"/>
      <dgm:spPr/>
    </dgm:pt>
    <dgm:pt modelId="{35E1DA60-7FAD-407F-B9BF-6A7017778F58}" type="pres">
      <dgm:prSet presAssocID="{0DF65E1E-59C4-4477-8AC7-A908618AF624}"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751" r="29499"/>
          <a:stretch/>
        </a:blipFill>
      </dgm:spPr>
      <dgm:extLst>
        <a:ext uri="{E40237B7-FDA0-4F09-8148-C483321AD2D9}">
          <dgm14:cNvPr xmlns:dgm14="http://schemas.microsoft.com/office/drawing/2010/diagram" id="0" name="" descr="Dog, German Shepherd Dog, Pets, Animal, Friendship, Saint-Patersburg"/>
        </a:ext>
      </dgm:extLst>
    </dgm:pt>
    <dgm:pt modelId="{A5547A02-47AA-493A-A3FC-055DC45C4165}" type="pres">
      <dgm:prSet presAssocID="{0DF65E1E-59C4-4477-8AC7-A908618AF624}" presName="Subtitle" presStyleLbl="revTx" presStyleIdx="4" presStyleCnt="6">
        <dgm:presLayoutVars>
          <dgm:chMax val="0"/>
          <dgm:bulletEnabled/>
        </dgm:presLayoutVars>
      </dgm:prSet>
      <dgm:spPr/>
    </dgm:pt>
    <dgm:pt modelId="{165499FF-5C16-4F4B-85B4-2A0EC03EBCEC}" type="pres">
      <dgm:prSet presAssocID="{0DF65E1E-59C4-4477-8AC7-A908618AF624}" presName="Description" presStyleLbl="revTx" presStyleIdx="5" presStyleCnt="6">
        <dgm:presLayoutVars>
          <dgm:bulletEnabled/>
        </dgm:presLayoutVars>
      </dgm:prSet>
      <dgm:spPr/>
    </dgm:pt>
  </dgm:ptLst>
  <dgm:cxnLst>
    <dgm:cxn modelId="{3FD66E30-1134-493A-BB51-C9D873A8DBC3}" srcId="{CBC35FA6-5186-47C1-865C-93C6F8399534}" destId="{1D735ECC-EA7E-403E-AF23-E7C30CEC1B98}" srcOrd="1" destOrd="0" parTransId="{3F9DB72C-4C67-453E-9EAC-3FBD8490CE66}" sibTransId="{8B9DC33E-38E4-4B00-BE31-692352AE092D}"/>
    <dgm:cxn modelId="{9EF6B238-ADA5-44EB-82B4-6A01866760BA}" srcId="{CBC35FA6-5186-47C1-865C-93C6F8399534}" destId="{F98A8B36-4789-4EF7-8AA4-EDEBADF57926}" srcOrd="0" destOrd="0" parTransId="{6384BA56-8A25-487E-BCF4-5DF1905FA9F6}" sibTransId="{0A4E6945-B107-4206-8D14-5E7AB6C4A36F}"/>
    <dgm:cxn modelId="{7CFA1B3D-8666-42EB-8343-FC412EC65AFE}" type="presOf" srcId="{29639D54-E053-41A1-82FE-ED4B08C20EB8}" destId="{E946C8E9-C474-45EB-B05F-24C1FC20523F}" srcOrd="0" destOrd="0" presId="urn:microsoft.com/office/officeart/2024/3/layout/verticalVisualTextBlock1"/>
    <dgm:cxn modelId="{EAB8A85D-EAB5-4463-9A50-30ED4F1B65D0}" type="presOf" srcId="{5B74BC5D-0210-4F1C-BB91-16181AC7E972}" destId="{8479A58F-C5A9-4630-8AD3-F58599E5ED40}" srcOrd="0" destOrd="0" presId="urn:microsoft.com/office/officeart/2024/3/layout/verticalVisualTextBlock1"/>
    <dgm:cxn modelId="{807F8948-FBCD-4924-A7B5-1236C1593472}" type="presOf" srcId="{CCA28EBC-A6E9-453C-A781-C5FD3CE03F1D}" destId="{165499FF-5C16-4F4B-85B4-2A0EC03EBCEC}" srcOrd="0" destOrd="0" presId="urn:microsoft.com/office/officeart/2024/3/layout/verticalVisualTextBlock1"/>
    <dgm:cxn modelId="{63E26457-E746-4D87-9AC0-717175425B6B}" type="presOf" srcId="{8B9DC33E-38E4-4B00-BE31-692352AE092D}" destId="{67B5C60D-CEFA-45FC-A896-BE8DCF9E89E3}" srcOrd="0" destOrd="0" presId="urn:microsoft.com/office/officeart/2024/3/layout/verticalVisualTextBlock1"/>
    <dgm:cxn modelId="{5617D35A-ADDE-43FB-A683-6245EED11ADE}" type="presOf" srcId="{CBC35FA6-5186-47C1-865C-93C6F8399534}" destId="{53043B02-B86A-416A-A104-507CDCFBA7DC}" srcOrd="0" destOrd="0" presId="urn:microsoft.com/office/officeart/2024/3/layout/verticalVisualTextBlock1"/>
    <dgm:cxn modelId="{D3DFE35A-C545-4FE4-9DFE-78B2FC2D31CA}" type="presOf" srcId="{0DF65E1E-59C4-4477-8AC7-A908618AF624}" destId="{A5547A02-47AA-493A-A3FC-055DC45C4165}" srcOrd="0" destOrd="0" presId="urn:microsoft.com/office/officeart/2024/3/layout/verticalVisualTextBlock1"/>
    <dgm:cxn modelId="{6BBFFA82-240E-4282-B7E8-CC038412DCA4}" type="presOf" srcId="{1D735ECC-EA7E-403E-AF23-E7C30CEC1B98}" destId="{2465CAEE-89EB-4C0B-B44B-7B270A3E74F1}" srcOrd="0" destOrd="0" presId="urn:microsoft.com/office/officeart/2024/3/layout/verticalVisualTextBlock1"/>
    <dgm:cxn modelId="{DC9D9D83-090B-4882-9789-DB35D9C2D5B7}" type="presOf" srcId="{0A4E6945-B107-4206-8D14-5E7AB6C4A36F}" destId="{19DC58A0-3548-4160-95EF-409514ABB24E}" srcOrd="0" destOrd="0" presId="urn:microsoft.com/office/officeart/2024/3/layout/verticalVisualTextBlock1"/>
    <dgm:cxn modelId="{15563989-B20C-478F-9080-EBDF62E57314}" srcId="{0DF65E1E-59C4-4477-8AC7-A908618AF624}" destId="{CCA28EBC-A6E9-453C-A781-C5FD3CE03F1D}" srcOrd="0" destOrd="0" parTransId="{AF478184-A75E-46F6-BF11-A032A1EAC454}" sibTransId="{29EE5816-BD19-4314-8F98-532F1DC52AC1}"/>
    <dgm:cxn modelId="{BEDF5AAA-A27E-455B-B127-1F7778DFB80B}" srcId="{1D735ECC-EA7E-403E-AF23-E7C30CEC1B98}" destId="{5B74BC5D-0210-4F1C-BB91-16181AC7E972}" srcOrd="0" destOrd="0" parTransId="{C3DF5787-158C-4904-9D26-E59311094177}" sibTransId="{887F538F-8326-4153-AC13-90196866AFB3}"/>
    <dgm:cxn modelId="{F804F0B2-41DA-48A6-84EB-CF4B20B753A1}" srcId="{CBC35FA6-5186-47C1-865C-93C6F8399534}" destId="{0DF65E1E-59C4-4477-8AC7-A908618AF624}" srcOrd="2" destOrd="0" parTransId="{3D9ED377-3057-4CCC-AB82-252DE8933B6F}" sibTransId="{A07FA707-4C9A-43E2-AA80-B3C8DCA458E2}"/>
    <dgm:cxn modelId="{13F656CA-D3AC-43B2-9D09-900209C8CCE6}" srcId="{F98A8B36-4789-4EF7-8AA4-EDEBADF57926}" destId="{29639D54-E053-41A1-82FE-ED4B08C20EB8}" srcOrd="0" destOrd="0" parTransId="{D873636F-E98F-4A06-A374-C6E3CDF4B2B8}" sibTransId="{8E128CB6-902E-4C6C-8D33-0483E9A46159}"/>
    <dgm:cxn modelId="{BAFBBCF8-4F9D-4793-8C6D-7090D9D23C37}" type="presOf" srcId="{F98A8B36-4789-4EF7-8AA4-EDEBADF57926}" destId="{B32B9F0A-4636-4D2C-B604-4D7CDE09DAF2}" srcOrd="0" destOrd="0" presId="urn:microsoft.com/office/officeart/2024/3/layout/verticalVisualTextBlock1"/>
    <dgm:cxn modelId="{11D272D3-9696-4CAF-8603-6C3C8CA8C029}" type="presParOf" srcId="{53043B02-B86A-416A-A104-507CDCFBA7DC}" destId="{CF696DD2-99DA-4A6E-9B73-B59E8735B5C5}" srcOrd="0" destOrd="0" presId="urn:microsoft.com/office/officeart/2024/3/layout/verticalVisualTextBlock1"/>
    <dgm:cxn modelId="{0C29889F-1B48-402D-8DC1-064C6C4B435F}" type="presParOf" srcId="{CF696DD2-99DA-4A6E-9B73-B59E8735B5C5}" destId="{F1BE2547-69FA-4EBC-8E23-15BD70E8FBF3}" srcOrd="0" destOrd="0" presId="urn:microsoft.com/office/officeart/2024/3/layout/verticalVisualTextBlock1"/>
    <dgm:cxn modelId="{BCC0CA3F-5D95-4931-A680-DC68293BF65E}" type="presParOf" srcId="{CF696DD2-99DA-4A6E-9B73-B59E8735B5C5}" destId="{B32B9F0A-4636-4D2C-B604-4D7CDE09DAF2}" srcOrd="1" destOrd="0" presId="urn:microsoft.com/office/officeart/2024/3/layout/verticalVisualTextBlock1"/>
    <dgm:cxn modelId="{2EAC0544-CE36-4262-84B4-A5B7A2EE5015}" type="presParOf" srcId="{CF696DD2-99DA-4A6E-9B73-B59E8735B5C5}" destId="{E946C8E9-C474-45EB-B05F-24C1FC20523F}" srcOrd="2" destOrd="0" presId="urn:microsoft.com/office/officeart/2024/3/layout/verticalVisualTextBlock1"/>
    <dgm:cxn modelId="{F1AE0B3E-784C-443C-AA8E-76517C201476}" type="presParOf" srcId="{53043B02-B86A-416A-A104-507CDCFBA7DC}" destId="{19DC58A0-3548-4160-95EF-409514ABB24E}" srcOrd="1" destOrd="0" presId="urn:microsoft.com/office/officeart/2024/3/layout/verticalVisualTextBlock1"/>
    <dgm:cxn modelId="{F709C265-B97F-44FF-8A41-3189C23840C8}" type="presParOf" srcId="{53043B02-B86A-416A-A104-507CDCFBA7DC}" destId="{96320E64-440F-4E2C-B1D4-0A06F9274783}" srcOrd="2" destOrd="0" presId="urn:microsoft.com/office/officeart/2024/3/layout/verticalVisualTextBlock1"/>
    <dgm:cxn modelId="{4962A468-4899-4EEB-9CB5-EB1DAC377CBD}" type="presParOf" srcId="{96320E64-440F-4E2C-B1D4-0A06F9274783}" destId="{9CFA729F-82B9-47F5-92BF-E218ADA81198}" srcOrd="0" destOrd="0" presId="urn:microsoft.com/office/officeart/2024/3/layout/verticalVisualTextBlock1"/>
    <dgm:cxn modelId="{D903E0D9-B7A3-41D0-918B-5FD0DAC4175D}" type="presParOf" srcId="{96320E64-440F-4E2C-B1D4-0A06F9274783}" destId="{2465CAEE-89EB-4C0B-B44B-7B270A3E74F1}" srcOrd="1" destOrd="0" presId="urn:microsoft.com/office/officeart/2024/3/layout/verticalVisualTextBlock1"/>
    <dgm:cxn modelId="{EF5501EE-EA9A-4602-951B-6814FB8E5DD8}" type="presParOf" srcId="{96320E64-440F-4E2C-B1D4-0A06F9274783}" destId="{8479A58F-C5A9-4630-8AD3-F58599E5ED40}" srcOrd="2" destOrd="0" presId="urn:microsoft.com/office/officeart/2024/3/layout/verticalVisualTextBlock1"/>
    <dgm:cxn modelId="{EC1AB586-916A-49B3-9AA7-C5856A174C7D}" type="presParOf" srcId="{53043B02-B86A-416A-A104-507CDCFBA7DC}" destId="{67B5C60D-CEFA-45FC-A896-BE8DCF9E89E3}" srcOrd="3" destOrd="0" presId="urn:microsoft.com/office/officeart/2024/3/layout/verticalVisualTextBlock1"/>
    <dgm:cxn modelId="{1CBA4423-BDAB-4078-8026-82906551D43C}" type="presParOf" srcId="{53043B02-B86A-416A-A104-507CDCFBA7DC}" destId="{E0B94B98-BBBE-40B1-8063-EF9A9904333A}" srcOrd="4" destOrd="0" presId="urn:microsoft.com/office/officeart/2024/3/layout/verticalVisualTextBlock1"/>
    <dgm:cxn modelId="{3F6788D1-9479-4ABC-9A5E-AC5451E07AAC}" type="presParOf" srcId="{E0B94B98-BBBE-40B1-8063-EF9A9904333A}" destId="{35E1DA60-7FAD-407F-B9BF-6A7017778F58}" srcOrd="0" destOrd="0" presId="urn:microsoft.com/office/officeart/2024/3/layout/verticalVisualTextBlock1"/>
    <dgm:cxn modelId="{68E02034-0EFF-4384-A292-51A0BA04AFD9}" type="presParOf" srcId="{E0B94B98-BBBE-40B1-8063-EF9A9904333A}" destId="{A5547A02-47AA-493A-A3FC-055DC45C4165}" srcOrd="1" destOrd="0" presId="urn:microsoft.com/office/officeart/2024/3/layout/verticalVisualTextBlock1"/>
    <dgm:cxn modelId="{84762FE6-E988-4579-B7E3-3E0C4E4BF650}" type="presParOf" srcId="{E0B94B98-BBBE-40B1-8063-EF9A9904333A}" destId="{165499FF-5C16-4F4B-85B4-2A0EC03EBCEC}"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973D96-D222-458B-9AAA-F948589A469C}"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A732293F-46AB-4466-AD6C-00B53EC66570}">
      <dgm:prSet/>
      <dgm:spPr/>
      <dgm:t>
        <a:bodyPr/>
        <a:lstStyle/>
        <a:p>
          <a:pPr>
            <a:lnSpc>
              <a:spcPct val="100000"/>
            </a:lnSpc>
            <a:defRPr b="1"/>
          </a:pPr>
          <a:r>
            <a:rPr lang="en-US"/>
            <a:t>Unmatched Companionship</a:t>
          </a:r>
        </a:p>
      </dgm:t>
    </dgm:pt>
    <dgm:pt modelId="{DA2E8B4B-D00E-4AE8-81B1-E025CF8AFF79}" type="parTrans" cxnId="{0635AB00-F08E-440D-94E9-4093C9696431}">
      <dgm:prSet/>
      <dgm:spPr/>
      <dgm:t>
        <a:bodyPr/>
        <a:lstStyle/>
        <a:p>
          <a:endParaRPr lang="en-US"/>
        </a:p>
      </dgm:t>
    </dgm:pt>
    <dgm:pt modelId="{3CB91998-5670-4F1C-8761-04CCA778CABD}" type="sibTrans" cxnId="{0635AB00-F08E-440D-94E9-4093C9696431}">
      <dgm:prSet/>
      <dgm:spPr/>
      <dgm:t>
        <a:bodyPr/>
        <a:lstStyle/>
        <a:p>
          <a:pPr>
            <a:lnSpc>
              <a:spcPct val="100000"/>
            </a:lnSpc>
            <a:defRPr b="1"/>
          </a:pPr>
          <a:endParaRPr lang="en-US"/>
        </a:p>
      </dgm:t>
    </dgm:pt>
    <dgm:pt modelId="{218BFE7B-F4BC-48DA-960B-A38B656AC6A6}">
      <dgm:prSet/>
      <dgm:spPr/>
      <dgm:t>
        <a:bodyPr/>
        <a:lstStyle/>
        <a:p>
          <a:pPr>
            <a:lnSpc>
              <a:spcPct val="100000"/>
            </a:lnSpc>
          </a:pPr>
          <a:r>
            <a:rPr lang="en-US"/>
            <a:t>Dogs provide unparalleled companionship, enhancing our emotional well-being and bringing joy into our lives.</a:t>
          </a:r>
        </a:p>
      </dgm:t>
    </dgm:pt>
    <dgm:pt modelId="{685A6C46-9137-41C1-9973-727698E32BA2}" type="parTrans" cxnId="{6C1E1012-BA36-4140-A8DF-A3074900CACC}">
      <dgm:prSet/>
      <dgm:spPr/>
      <dgm:t>
        <a:bodyPr/>
        <a:lstStyle/>
        <a:p>
          <a:endParaRPr lang="en-US"/>
        </a:p>
      </dgm:t>
    </dgm:pt>
    <dgm:pt modelId="{D47C6439-23FF-41D5-85D4-5D85CB9A76EA}" type="sibTrans" cxnId="{6C1E1012-BA36-4140-A8DF-A3074900CACC}">
      <dgm:prSet/>
      <dgm:spPr/>
      <dgm:t>
        <a:bodyPr/>
        <a:lstStyle/>
        <a:p>
          <a:endParaRPr lang="en-US"/>
        </a:p>
      </dgm:t>
    </dgm:pt>
    <dgm:pt modelId="{057E28DD-8673-4945-A031-45BF61F4B6E7}">
      <dgm:prSet/>
      <dgm:spPr/>
      <dgm:t>
        <a:bodyPr/>
        <a:lstStyle/>
        <a:p>
          <a:pPr>
            <a:lnSpc>
              <a:spcPct val="100000"/>
            </a:lnSpc>
            <a:defRPr b="1"/>
          </a:pPr>
          <a:r>
            <a:rPr lang="en-US"/>
            <a:t>Loyalty and Support</a:t>
          </a:r>
        </a:p>
      </dgm:t>
    </dgm:pt>
    <dgm:pt modelId="{10324D73-CDB5-4D35-B11E-D169B1E18CDE}" type="parTrans" cxnId="{7CEE3E73-7EBE-40DB-9B86-7FF055355A40}">
      <dgm:prSet/>
      <dgm:spPr/>
      <dgm:t>
        <a:bodyPr/>
        <a:lstStyle/>
        <a:p>
          <a:endParaRPr lang="en-US"/>
        </a:p>
      </dgm:t>
    </dgm:pt>
    <dgm:pt modelId="{F6AE7E65-7603-433E-A72E-27C6F54D7BC6}" type="sibTrans" cxnId="{7CEE3E73-7EBE-40DB-9B86-7FF055355A40}">
      <dgm:prSet/>
      <dgm:spPr/>
      <dgm:t>
        <a:bodyPr/>
        <a:lstStyle/>
        <a:p>
          <a:pPr>
            <a:lnSpc>
              <a:spcPct val="100000"/>
            </a:lnSpc>
            <a:defRPr b="1"/>
          </a:pPr>
          <a:endParaRPr lang="en-US"/>
        </a:p>
      </dgm:t>
    </dgm:pt>
    <dgm:pt modelId="{5E69D861-379D-46EA-8BF8-67DD67562617}">
      <dgm:prSet/>
      <dgm:spPr/>
      <dgm:t>
        <a:bodyPr/>
        <a:lstStyle/>
        <a:p>
          <a:pPr>
            <a:lnSpc>
              <a:spcPct val="100000"/>
            </a:lnSpc>
          </a:pPr>
          <a:r>
            <a:rPr lang="en-US"/>
            <a:t>The loyalty of dogs is unmatched, offering support during challenging times and fostering strong bonds.</a:t>
          </a:r>
        </a:p>
      </dgm:t>
    </dgm:pt>
    <dgm:pt modelId="{E23D92FA-9A15-4D27-B960-4E97206CE49A}" type="parTrans" cxnId="{B8AA1556-750C-4179-9B25-8BA1F588B077}">
      <dgm:prSet/>
      <dgm:spPr/>
      <dgm:t>
        <a:bodyPr/>
        <a:lstStyle/>
        <a:p>
          <a:endParaRPr lang="en-US"/>
        </a:p>
      </dgm:t>
    </dgm:pt>
    <dgm:pt modelId="{6225357C-BA28-465F-AEE1-27873E6C0FFF}" type="sibTrans" cxnId="{B8AA1556-750C-4179-9B25-8BA1F588B077}">
      <dgm:prSet/>
      <dgm:spPr/>
      <dgm:t>
        <a:bodyPr/>
        <a:lstStyle/>
        <a:p>
          <a:endParaRPr lang="en-US"/>
        </a:p>
      </dgm:t>
    </dgm:pt>
    <dgm:pt modelId="{631AE71F-D6F6-4435-AC47-1E8CEFF0EEE8}">
      <dgm:prSet/>
      <dgm:spPr/>
      <dgm:t>
        <a:bodyPr/>
        <a:lstStyle/>
        <a:p>
          <a:pPr>
            <a:lnSpc>
              <a:spcPct val="100000"/>
            </a:lnSpc>
            <a:defRPr b="1"/>
          </a:pPr>
          <a:r>
            <a:rPr lang="en-US"/>
            <a:t>Roles Beyond Pets</a:t>
          </a:r>
        </a:p>
      </dgm:t>
    </dgm:pt>
    <dgm:pt modelId="{DD7D78EF-8895-4C8B-8E38-B00042220553}" type="parTrans" cxnId="{AC3DCD65-05BB-48D5-8FC9-05AF5D3D5160}">
      <dgm:prSet/>
      <dgm:spPr/>
      <dgm:t>
        <a:bodyPr/>
        <a:lstStyle/>
        <a:p>
          <a:endParaRPr lang="en-US"/>
        </a:p>
      </dgm:t>
    </dgm:pt>
    <dgm:pt modelId="{1CDFFE77-F29D-4C29-8394-02B5E635F654}" type="sibTrans" cxnId="{AC3DCD65-05BB-48D5-8FC9-05AF5D3D5160}">
      <dgm:prSet/>
      <dgm:spPr/>
      <dgm:t>
        <a:bodyPr/>
        <a:lstStyle/>
        <a:p>
          <a:endParaRPr lang="en-US"/>
        </a:p>
      </dgm:t>
    </dgm:pt>
    <dgm:pt modelId="{AE840CE1-9F9C-4A45-BC91-882844B2E9F6}">
      <dgm:prSet/>
      <dgm:spPr/>
      <dgm:t>
        <a:bodyPr/>
        <a:lstStyle/>
        <a:p>
          <a:pPr>
            <a:lnSpc>
              <a:spcPct val="100000"/>
            </a:lnSpc>
          </a:pPr>
          <a:r>
            <a:rPr lang="en-US"/>
            <a:t>Dogs serve as trained helpers, emotional support animals, and integral family members, enhancing our daily lives.</a:t>
          </a:r>
        </a:p>
      </dgm:t>
    </dgm:pt>
    <dgm:pt modelId="{6109810E-7634-4A2F-9E95-1D10227A1942}" type="parTrans" cxnId="{D435B774-8F7A-4E65-9374-F9839800D602}">
      <dgm:prSet/>
      <dgm:spPr/>
      <dgm:t>
        <a:bodyPr/>
        <a:lstStyle/>
        <a:p>
          <a:endParaRPr lang="en-US"/>
        </a:p>
      </dgm:t>
    </dgm:pt>
    <dgm:pt modelId="{9AD1DE50-5228-46CF-B75C-0C6BCA22D607}" type="sibTrans" cxnId="{D435B774-8F7A-4E65-9374-F9839800D602}">
      <dgm:prSet/>
      <dgm:spPr/>
      <dgm:t>
        <a:bodyPr/>
        <a:lstStyle/>
        <a:p>
          <a:endParaRPr lang="en-US"/>
        </a:p>
      </dgm:t>
    </dgm:pt>
    <dgm:pt modelId="{E1F0F5D2-9B42-4E12-9E8A-45A075922154}" type="pres">
      <dgm:prSet presAssocID="{24973D96-D222-458B-9AAA-F948589A469C}" presName="Name0" presStyleCnt="0">
        <dgm:presLayoutVars>
          <dgm:dir/>
          <dgm:resizeHandles val="exact"/>
        </dgm:presLayoutVars>
      </dgm:prSet>
      <dgm:spPr/>
    </dgm:pt>
    <dgm:pt modelId="{4C552E52-5FD6-4831-8341-6D83531C6C2E}" type="pres">
      <dgm:prSet presAssocID="{A732293F-46AB-4466-AD6C-00B53EC66570}" presName="compNode" presStyleCnt="0"/>
      <dgm:spPr/>
    </dgm:pt>
    <dgm:pt modelId="{D01E904F-B505-4436-8C0F-E5DB2BFBDCEA}" type="pres">
      <dgm:prSet presAssocID="{A732293F-46AB-4466-AD6C-00B53EC66570}" presName="pictRect" presStyleLbl="revTx" presStyleIdx="0" presStyleCnt="6">
        <dgm:presLayoutVars>
          <dgm:chMax val="0"/>
          <dgm:bulletEnabled/>
        </dgm:presLayoutVars>
      </dgm:prSet>
      <dgm:spPr/>
    </dgm:pt>
    <dgm:pt modelId="{C25EDBB2-23E4-44E3-A322-64167E220BCA}" type="pres">
      <dgm:prSet presAssocID="{A732293F-46AB-4466-AD6C-00B53EC66570}" presName="textRect" presStyleLbl="revTx" presStyleIdx="1" presStyleCnt="6">
        <dgm:presLayoutVars>
          <dgm:bulletEnabled/>
        </dgm:presLayoutVars>
      </dgm:prSet>
      <dgm:spPr/>
    </dgm:pt>
    <dgm:pt modelId="{D5FA19EF-6B1E-4684-8CD0-E0BB46B2C7AD}" type="pres">
      <dgm:prSet presAssocID="{3CB91998-5670-4F1C-8761-04CCA778CABD}" presName="sibTrans" presStyleLbl="sibTrans2D1" presStyleIdx="0" presStyleCnt="0"/>
      <dgm:spPr/>
    </dgm:pt>
    <dgm:pt modelId="{BFE9FFB8-BA56-46E4-9090-16A0E9A2FC3F}" type="pres">
      <dgm:prSet presAssocID="{057E28DD-8673-4945-A031-45BF61F4B6E7}" presName="compNode" presStyleCnt="0"/>
      <dgm:spPr/>
    </dgm:pt>
    <dgm:pt modelId="{6F860677-D65F-4CDF-AA85-25EC77266989}" type="pres">
      <dgm:prSet presAssocID="{057E28DD-8673-4945-A031-45BF61F4B6E7}" presName="pictRect" presStyleLbl="revTx" presStyleIdx="2" presStyleCnt="6">
        <dgm:presLayoutVars>
          <dgm:chMax val="0"/>
          <dgm:bulletEnabled/>
        </dgm:presLayoutVars>
      </dgm:prSet>
      <dgm:spPr/>
    </dgm:pt>
    <dgm:pt modelId="{0A792593-A3EF-46DB-8ECB-421971F9F5D1}" type="pres">
      <dgm:prSet presAssocID="{057E28DD-8673-4945-A031-45BF61F4B6E7}" presName="textRect" presStyleLbl="revTx" presStyleIdx="3" presStyleCnt="6">
        <dgm:presLayoutVars>
          <dgm:bulletEnabled/>
        </dgm:presLayoutVars>
      </dgm:prSet>
      <dgm:spPr/>
    </dgm:pt>
    <dgm:pt modelId="{B08D986B-69B5-486C-97AE-B368618BC201}" type="pres">
      <dgm:prSet presAssocID="{F6AE7E65-7603-433E-A72E-27C6F54D7BC6}" presName="sibTrans" presStyleLbl="sibTrans2D1" presStyleIdx="0" presStyleCnt="0"/>
      <dgm:spPr/>
    </dgm:pt>
    <dgm:pt modelId="{FC3DE22A-2DA5-4958-91C7-0310F92CD8AC}" type="pres">
      <dgm:prSet presAssocID="{631AE71F-D6F6-4435-AC47-1E8CEFF0EEE8}" presName="compNode" presStyleCnt="0"/>
      <dgm:spPr/>
    </dgm:pt>
    <dgm:pt modelId="{3F7706DB-3CA8-4B5B-B692-55D933117E2A}" type="pres">
      <dgm:prSet presAssocID="{631AE71F-D6F6-4435-AC47-1E8CEFF0EEE8}" presName="pictRect" presStyleLbl="revTx" presStyleIdx="4" presStyleCnt="6">
        <dgm:presLayoutVars>
          <dgm:chMax val="0"/>
          <dgm:bulletEnabled/>
        </dgm:presLayoutVars>
      </dgm:prSet>
      <dgm:spPr/>
    </dgm:pt>
    <dgm:pt modelId="{EB51F127-CEC7-4E71-A9DA-F88910DD97F6}" type="pres">
      <dgm:prSet presAssocID="{631AE71F-D6F6-4435-AC47-1E8CEFF0EEE8}" presName="textRect" presStyleLbl="revTx" presStyleIdx="5" presStyleCnt="6">
        <dgm:presLayoutVars>
          <dgm:bulletEnabled/>
        </dgm:presLayoutVars>
      </dgm:prSet>
      <dgm:spPr/>
    </dgm:pt>
  </dgm:ptLst>
  <dgm:cxnLst>
    <dgm:cxn modelId="{0635AB00-F08E-440D-94E9-4093C9696431}" srcId="{24973D96-D222-458B-9AAA-F948589A469C}" destId="{A732293F-46AB-4466-AD6C-00B53EC66570}" srcOrd="0" destOrd="0" parTransId="{DA2E8B4B-D00E-4AE8-81B1-E025CF8AFF79}" sibTransId="{3CB91998-5670-4F1C-8761-04CCA778CABD}"/>
    <dgm:cxn modelId="{FBF24301-FCCC-4F53-9748-32734E644191}" type="presOf" srcId="{057E28DD-8673-4945-A031-45BF61F4B6E7}" destId="{6F860677-D65F-4CDF-AA85-25EC77266989}" srcOrd="0" destOrd="0" presId="urn:microsoft.com/office/officeart/2024/3/layout/hArchList1"/>
    <dgm:cxn modelId="{DCFCC601-4AD5-47AE-B804-CF061C4DB4B5}" type="presOf" srcId="{F6AE7E65-7603-433E-A72E-27C6F54D7BC6}" destId="{B08D986B-69B5-486C-97AE-B368618BC201}" srcOrd="0" destOrd="0" presId="urn:microsoft.com/office/officeart/2024/3/layout/hArchList1"/>
    <dgm:cxn modelId="{2FCE0611-87B9-4E1B-9D14-87CC0B24A646}" type="presOf" srcId="{AE840CE1-9F9C-4A45-BC91-882844B2E9F6}" destId="{EB51F127-CEC7-4E71-A9DA-F88910DD97F6}" srcOrd="0" destOrd="0" presId="urn:microsoft.com/office/officeart/2024/3/layout/hArchList1"/>
    <dgm:cxn modelId="{6C1E1012-BA36-4140-A8DF-A3074900CACC}" srcId="{A732293F-46AB-4466-AD6C-00B53EC66570}" destId="{218BFE7B-F4BC-48DA-960B-A38B656AC6A6}" srcOrd="0" destOrd="0" parTransId="{685A6C46-9137-41C1-9973-727698E32BA2}" sibTransId="{D47C6439-23FF-41D5-85D4-5D85CB9A76EA}"/>
    <dgm:cxn modelId="{C5938140-CEE3-4329-A1D9-AD1F5323EAFF}" type="presOf" srcId="{5E69D861-379D-46EA-8BF8-67DD67562617}" destId="{0A792593-A3EF-46DB-8ECB-421971F9F5D1}" srcOrd="0" destOrd="0" presId="urn:microsoft.com/office/officeart/2024/3/layout/hArchList1"/>
    <dgm:cxn modelId="{F0A99B44-21AE-4DF3-B682-3FF13D2665FB}" type="presOf" srcId="{24973D96-D222-458B-9AAA-F948589A469C}" destId="{E1F0F5D2-9B42-4E12-9E8A-45A075922154}" srcOrd="0" destOrd="0" presId="urn:microsoft.com/office/officeart/2024/3/layout/hArchList1"/>
    <dgm:cxn modelId="{AC3DCD65-05BB-48D5-8FC9-05AF5D3D5160}" srcId="{24973D96-D222-458B-9AAA-F948589A469C}" destId="{631AE71F-D6F6-4435-AC47-1E8CEFF0EEE8}" srcOrd="2" destOrd="0" parTransId="{DD7D78EF-8895-4C8B-8E38-B00042220553}" sibTransId="{1CDFFE77-F29D-4C29-8394-02B5E635F654}"/>
    <dgm:cxn modelId="{444D0748-3863-4D98-A722-4A9509FAA81B}" type="presOf" srcId="{631AE71F-D6F6-4435-AC47-1E8CEFF0EEE8}" destId="{3F7706DB-3CA8-4B5B-B692-55D933117E2A}" srcOrd="0" destOrd="0" presId="urn:microsoft.com/office/officeart/2024/3/layout/hArchList1"/>
    <dgm:cxn modelId="{7CEE3E73-7EBE-40DB-9B86-7FF055355A40}" srcId="{24973D96-D222-458B-9AAA-F948589A469C}" destId="{057E28DD-8673-4945-A031-45BF61F4B6E7}" srcOrd="1" destOrd="0" parTransId="{10324D73-CDB5-4D35-B11E-D169B1E18CDE}" sibTransId="{F6AE7E65-7603-433E-A72E-27C6F54D7BC6}"/>
    <dgm:cxn modelId="{D435B774-8F7A-4E65-9374-F9839800D602}" srcId="{631AE71F-D6F6-4435-AC47-1E8CEFF0EEE8}" destId="{AE840CE1-9F9C-4A45-BC91-882844B2E9F6}" srcOrd="0" destOrd="0" parTransId="{6109810E-7634-4A2F-9E95-1D10227A1942}" sibTransId="{9AD1DE50-5228-46CF-B75C-0C6BCA22D607}"/>
    <dgm:cxn modelId="{B8AA1556-750C-4179-9B25-8BA1F588B077}" srcId="{057E28DD-8673-4945-A031-45BF61F4B6E7}" destId="{5E69D861-379D-46EA-8BF8-67DD67562617}" srcOrd="0" destOrd="0" parTransId="{E23D92FA-9A15-4D27-B960-4E97206CE49A}" sibTransId="{6225357C-BA28-465F-AEE1-27873E6C0FFF}"/>
    <dgm:cxn modelId="{A893129D-858C-46A7-B75E-9EA04638FB85}" type="presOf" srcId="{3CB91998-5670-4F1C-8761-04CCA778CABD}" destId="{D5FA19EF-6B1E-4684-8CD0-E0BB46B2C7AD}" srcOrd="0" destOrd="0" presId="urn:microsoft.com/office/officeart/2024/3/layout/hArchList1"/>
    <dgm:cxn modelId="{E8B418DF-C5E0-4697-8C9A-F467AD1DA814}" type="presOf" srcId="{A732293F-46AB-4466-AD6C-00B53EC66570}" destId="{D01E904F-B505-4436-8C0F-E5DB2BFBDCEA}" srcOrd="0" destOrd="0" presId="urn:microsoft.com/office/officeart/2024/3/layout/hArchList1"/>
    <dgm:cxn modelId="{41F7AAF2-8D8B-4B5D-A34A-3A786CF6E05B}" type="presOf" srcId="{218BFE7B-F4BC-48DA-960B-A38B656AC6A6}" destId="{C25EDBB2-23E4-44E3-A322-64167E220BCA}" srcOrd="0" destOrd="0" presId="urn:microsoft.com/office/officeart/2024/3/layout/hArchList1"/>
    <dgm:cxn modelId="{8E9D35B7-8D55-4E34-B7C1-2066F069AA51}" type="presParOf" srcId="{E1F0F5D2-9B42-4E12-9E8A-45A075922154}" destId="{4C552E52-5FD6-4831-8341-6D83531C6C2E}" srcOrd="0" destOrd="0" presId="urn:microsoft.com/office/officeart/2024/3/layout/hArchList1"/>
    <dgm:cxn modelId="{4972EEE2-CFD5-46F6-846F-8B69A2338C16}" type="presParOf" srcId="{4C552E52-5FD6-4831-8341-6D83531C6C2E}" destId="{D01E904F-B505-4436-8C0F-E5DB2BFBDCEA}" srcOrd="0" destOrd="0" presId="urn:microsoft.com/office/officeart/2024/3/layout/hArchList1"/>
    <dgm:cxn modelId="{3F0A56B4-40E8-4BD4-A127-7C6F3520FF10}" type="presParOf" srcId="{4C552E52-5FD6-4831-8341-6D83531C6C2E}" destId="{C25EDBB2-23E4-44E3-A322-64167E220BCA}" srcOrd="1" destOrd="0" presId="urn:microsoft.com/office/officeart/2024/3/layout/hArchList1"/>
    <dgm:cxn modelId="{04DE502D-35A9-413A-AE4E-0BF392A17257}" type="presParOf" srcId="{E1F0F5D2-9B42-4E12-9E8A-45A075922154}" destId="{D5FA19EF-6B1E-4684-8CD0-E0BB46B2C7AD}" srcOrd="1" destOrd="0" presId="urn:microsoft.com/office/officeart/2024/3/layout/hArchList1"/>
    <dgm:cxn modelId="{7796C752-A1FE-4B55-A653-D4737653ECD4}" type="presParOf" srcId="{E1F0F5D2-9B42-4E12-9E8A-45A075922154}" destId="{BFE9FFB8-BA56-46E4-9090-16A0E9A2FC3F}" srcOrd="2" destOrd="0" presId="urn:microsoft.com/office/officeart/2024/3/layout/hArchList1"/>
    <dgm:cxn modelId="{595A1904-DE04-438E-9C12-417EA23D71F5}" type="presParOf" srcId="{BFE9FFB8-BA56-46E4-9090-16A0E9A2FC3F}" destId="{6F860677-D65F-4CDF-AA85-25EC77266989}" srcOrd="0" destOrd="0" presId="urn:microsoft.com/office/officeart/2024/3/layout/hArchList1"/>
    <dgm:cxn modelId="{0863852A-36AC-4035-A301-D242F85B3672}" type="presParOf" srcId="{BFE9FFB8-BA56-46E4-9090-16A0E9A2FC3F}" destId="{0A792593-A3EF-46DB-8ECB-421971F9F5D1}" srcOrd="1" destOrd="0" presId="urn:microsoft.com/office/officeart/2024/3/layout/hArchList1"/>
    <dgm:cxn modelId="{8F6F7DE9-B88E-45B7-B6D7-E6B23431BB4B}" type="presParOf" srcId="{E1F0F5D2-9B42-4E12-9E8A-45A075922154}" destId="{B08D986B-69B5-486C-97AE-B368618BC201}" srcOrd="3" destOrd="0" presId="urn:microsoft.com/office/officeart/2024/3/layout/hArchList1"/>
    <dgm:cxn modelId="{A631BDAE-15B1-423E-91C9-C65D43046D3E}" type="presParOf" srcId="{E1F0F5D2-9B42-4E12-9E8A-45A075922154}" destId="{FC3DE22A-2DA5-4958-91C7-0310F92CD8AC}" srcOrd="4" destOrd="0" presId="urn:microsoft.com/office/officeart/2024/3/layout/hArchList1"/>
    <dgm:cxn modelId="{2ED66251-D78C-4937-8563-6B806DB42277}" type="presParOf" srcId="{FC3DE22A-2DA5-4958-91C7-0310F92CD8AC}" destId="{3F7706DB-3CA8-4B5B-B692-55D933117E2A}" srcOrd="0" destOrd="0" presId="urn:microsoft.com/office/officeart/2024/3/layout/hArchList1"/>
    <dgm:cxn modelId="{EBB32447-326F-47EA-BA0F-4624C00848F3}" type="presParOf" srcId="{FC3DE22A-2DA5-4958-91C7-0310F92CD8AC}" destId="{EB51F127-CEC7-4E71-A9DA-F88910DD97F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E2547-69FA-4EBC-8E23-15BD70E8FBF3}">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910" r="19339"/>
          <a:stretch/>
        </a:blipFill>
        <a:ln>
          <a:noFill/>
        </a:ln>
        <a:effectLst/>
      </dsp:spPr>
      <dsp:style>
        <a:lnRef idx="0">
          <a:scrgbClr r="0" g="0" b="0"/>
        </a:lnRef>
        <a:fillRef idx="3">
          <a:scrgbClr r="0" g="0" b="0"/>
        </a:fillRef>
        <a:effectRef idx="2">
          <a:scrgbClr r="0" g="0" b="0"/>
        </a:effectRef>
        <a:fontRef idx="minor">
          <a:schemeClr val="lt1"/>
        </a:fontRef>
      </dsp:style>
    </dsp:sp>
    <dsp:sp modelId="{B32B9F0A-4636-4D2C-B604-4D7CDE09DAF2}">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Cultural Perception</a:t>
          </a:r>
        </a:p>
      </dsp:txBody>
      <dsp:txXfrm>
        <a:off x="1989729" y="0"/>
        <a:ext cx="4200050" cy="368353"/>
      </dsp:txXfrm>
    </dsp:sp>
    <dsp:sp modelId="{E946C8E9-C474-45EB-B05F-24C1FC20523F}">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This analysis highlights the cultural preference for dogs as heroes in contrast to cats, which are portrayed differently.</a:t>
          </a:r>
        </a:p>
      </dsp:txBody>
      <dsp:txXfrm>
        <a:off x="1989729" y="368353"/>
        <a:ext cx="4200050" cy="1441375"/>
      </dsp:txXfrm>
    </dsp:sp>
    <dsp:sp modelId="{9CFA729F-82B9-47F5-92BF-E218ADA81198}">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7887" r="15363"/>
          <a:stretch/>
        </a:blipFill>
        <a:ln>
          <a:noFill/>
        </a:ln>
        <a:effectLst/>
      </dsp:spPr>
      <dsp:style>
        <a:lnRef idx="0">
          <a:scrgbClr r="0" g="0" b="0"/>
        </a:lnRef>
        <a:fillRef idx="3">
          <a:scrgbClr r="0" g="0" b="0"/>
        </a:fillRef>
        <a:effectRef idx="2">
          <a:scrgbClr r="0" g="0" b="0"/>
        </a:effectRef>
        <a:fontRef idx="minor">
          <a:schemeClr val="lt1"/>
        </a:fontRef>
      </dsp:style>
    </dsp:sp>
    <dsp:sp modelId="{2465CAEE-89EB-4C0B-B44B-7B270A3E74F1}">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Emotional Connection</a:t>
          </a:r>
        </a:p>
      </dsp:txBody>
      <dsp:txXfrm>
        <a:off x="1989729" y="1954508"/>
        <a:ext cx="4200050" cy="368353"/>
      </dsp:txXfrm>
    </dsp:sp>
    <dsp:sp modelId="{8479A58F-C5A9-4630-8AD3-F58599E5ED40}">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Hero dogs tend to evoke stronger emotional connections with audiences compared to hero cats, influencing their portrayal in stories.</a:t>
          </a:r>
        </a:p>
      </dsp:txBody>
      <dsp:txXfrm>
        <a:off x="1989729" y="2322862"/>
        <a:ext cx="4200050" cy="1441375"/>
      </dsp:txXfrm>
    </dsp:sp>
    <dsp:sp modelId="{35E1DA60-7FAD-407F-B9BF-6A7017778F58}">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751" r="29499"/>
          <a:stretch/>
        </a:blipFill>
        <a:ln>
          <a:noFill/>
        </a:ln>
        <a:effectLst/>
      </dsp:spPr>
      <dsp:style>
        <a:lnRef idx="0">
          <a:scrgbClr r="0" g="0" b="0"/>
        </a:lnRef>
        <a:fillRef idx="3">
          <a:scrgbClr r="0" g="0" b="0"/>
        </a:fillRef>
        <a:effectRef idx="2">
          <a:scrgbClr r="0" g="0" b="0"/>
        </a:effectRef>
        <a:fontRef idx="minor">
          <a:schemeClr val="lt1"/>
        </a:fontRef>
      </dsp:style>
    </dsp:sp>
    <dsp:sp modelId="{A5547A02-47AA-493A-A3FC-055DC45C4165}">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Representation in Media</a:t>
          </a:r>
        </a:p>
      </dsp:txBody>
      <dsp:txXfrm>
        <a:off x="1989729" y="3909016"/>
        <a:ext cx="4200050" cy="368353"/>
      </dsp:txXfrm>
    </dsp:sp>
    <dsp:sp modelId="{165499FF-5C16-4F4B-85B4-2A0EC03EBCEC}">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Heroic dogs are frequently depicted in films and literature, while hero cats often play secondary or comedic roles.</a:t>
          </a:r>
        </a:p>
      </dsp:txBody>
      <dsp:txXfrm>
        <a:off x="1989729" y="4277370"/>
        <a:ext cx="4200050" cy="14413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1E904F-B505-4436-8C0F-E5DB2BFBDCEA}">
      <dsp:nvSpPr>
        <dsp:cNvPr id="0" name=""/>
        <dsp:cNvSpPr/>
      </dsp:nvSpPr>
      <dsp:spPr>
        <a:xfrm>
          <a:off x="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Unmatched Companionship</a:t>
          </a:r>
        </a:p>
      </dsp:txBody>
      <dsp:txXfrm>
        <a:off x="0" y="0"/>
        <a:ext cx="3403282" cy="355310"/>
      </dsp:txXfrm>
    </dsp:sp>
    <dsp:sp modelId="{C25EDBB2-23E4-44E3-A322-64167E220BCA}">
      <dsp:nvSpPr>
        <dsp:cNvPr id="0" name=""/>
        <dsp:cNvSpPr/>
      </dsp:nvSpPr>
      <dsp:spPr>
        <a:xfrm>
          <a:off x="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Dogs provide unparalleled companionship, enhancing our emotional well-being and bringing joy into our lives.</a:t>
          </a:r>
        </a:p>
      </dsp:txBody>
      <dsp:txXfrm>
        <a:off x="0" y="355310"/>
        <a:ext cx="3403282" cy="2132893"/>
      </dsp:txXfrm>
    </dsp:sp>
    <dsp:sp modelId="{6F860677-D65F-4CDF-AA85-25EC77266989}">
      <dsp:nvSpPr>
        <dsp:cNvPr id="0" name=""/>
        <dsp:cNvSpPr/>
      </dsp:nvSpPr>
      <dsp:spPr>
        <a:xfrm>
          <a:off x="3743610"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Loyalty and Support</a:t>
          </a:r>
        </a:p>
      </dsp:txBody>
      <dsp:txXfrm>
        <a:off x="3743610" y="0"/>
        <a:ext cx="3403282" cy="355310"/>
      </dsp:txXfrm>
    </dsp:sp>
    <dsp:sp modelId="{0A792593-A3EF-46DB-8ECB-421971F9F5D1}">
      <dsp:nvSpPr>
        <dsp:cNvPr id="0" name=""/>
        <dsp:cNvSpPr/>
      </dsp:nvSpPr>
      <dsp:spPr>
        <a:xfrm>
          <a:off x="3743610"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loyalty of dogs is unmatched, offering support during challenging times and fostering strong bonds.</a:t>
          </a:r>
        </a:p>
      </dsp:txBody>
      <dsp:txXfrm>
        <a:off x="3743610" y="355310"/>
        <a:ext cx="3403282" cy="2132893"/>
      </dsp:txXfrm>
    </dsp:sp>
    <dsp:sp modelId="{3F7706DB-3CA8-4B5B-B692-55D933117E2A}">
      <dsp:nvSpPr>
        <dsp:cNvPr id="0" name=""/>
        <dsp:cNvSpPr/>
      </dsp:nvSpPr>
      <dsp:spPr>
        <a:xfrm>
          <a:off x="7487221" y="0"/>
          <a:ext cx="3403282" cy="35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Roles Beyond Pets</a:t>
          </a:r>
        </a:p>
      </dsp:txBody>
      <dsp:txXfrm>
        <a:off x="7487221" y="0"/>
        <a:ext cx="3403282" cy="355310"/>
      </dsp:txXfrm>
    </dsp:sp>
    <dsp:sp modelId="{EB51F127-CEC7-4E71-A9DA-F88910DD97F6}">
      <dsp:nvSpPr>
        <dsp:cNvPr id="0" name=""/>
        <dsp:cNvSpPr/>
      </dsp:nvSpPr>
      <dsp:spPr>
        <a:xfrm>
          <a:off x="7487221" y="355310"/>
          <a:ext cx="3403282" cy="2132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Dogs serve as trained helpers, emotional support animals, and integral family members, enhancing our daily lives.</a:t>
          </a:r>
        </a:p>
      </dsp:txBody>
      <dsp:txXfrm>
        <a:off x="7487221" y="355310"/>
        <a:ext cx="3403282" cy="2132893"/>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51532E-6EFC-4E48-BCEF-B67A47F655BE}" type="datetimeFigureOut">
              <a:t>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28E9C-7591-4B1C-A2FC-B086724435C0}" type="slidenum">
              <a:t>‹#›</a:t>
            </a:fld>
            <a:endParaRPr lang="en-US"/>
          </a:p>
        </p:txBody>
      </p:sp>
    </p:spTree>
    <p:extLst>
      <p:ext uri="{BB962C8B-B14F-4D97-AF65-F5344CB8AC3E}">
        <p14:creationId xmlns:p14="http://schemas.microsoft.com/office/powerpoint/2010/main" val="3143138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aims to explore the reasons why dogs are often considered better companions than cats. We will delve into various aspects such as companionship, training, health benefits, and the role of dogs in society.
</a:t>
            </a:r>
          </a:p>
        </p:txBody>
      </p:sp>
      <p:sp>
        <p:nvSpPr>
          <p:cNvPr id="4" name="Slide Number Placeholder 3"/>
          <p:cNvSpPr>
            <a:spLocks noGrp="1"/>
          </p:cNvSpPr>
          <p:nvPr>
            <p:ph type="sldNum" sz="quarter" idx="5"/>
          </p:nvPr>
        </p:nvSpPr>
        <p:spPr/>
        <p:txBody>
          <a:bodyPr/>
          <a:lstStyle/>
          <a:p>
            <a:fld id="{0262989D-4DD3-4086-86CB-3BDE3B64FD14}" type="slidenum">
              <a:t>1</a:t>
            </a:fld>
            <a:endParaRPr lang="en-US"/>
          </a:p>
        </p:txBody>
      </p:sp>
    </p:spTree>
    <p:extLst>
      <p:ext uri="{BB962C8B-B14F-4D97-AF65-F5344CB8AC3E}">
        <p14:creationId xmlns:p14="http://schemas.microsoft.com/office/powerpoint/2010/main" val="1307666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cover key areas including the companionship and loyalty that dogs offer, their behavior and trainability, the portrayal of dogs versus cats in movies, health and exercise benefits, dogs' protective roles, and their emotional impact on humans.</a:t>
            </a:r>
          </a:p>
        </p:txBody>
      </p:sp>
      <p:sp>
        <p:nvSpPr>
          <p:cNvPr id="4" name="Slide Number Placeholder 3"/>
          <p:cNvSpPr>
            <a:spLocks noGrp="1"/>
          </p:cNvSpPr>
          <p:nvPr>
            <p:ph type="sldNum" sz="quarter" idx="5"/>
          </p:nvPr>
        </p:nvSpPr>
        <p:spPr/>
        <p:txBody>
          <a:bodyPr/>
          <a:lstStyle/>
          <a:p>
            <a:fld id="{0262989D-4DD3-4086-86CB-3BDE3B64FD14}" type="slidenum">
              <a:t>2</a:t>
            </a:fld>
            <a:endParaRPr lang="en-US"/>
          </a:p>
        </p:txBody>
      </p:sp>
    </p:spTree>
    <p:extLst>
      <p:ext uri="{BB962C8B-B14F-4D97-AF65-F5344CB8AC3E}">
        <p14:creationId xmlns:p14="http://schemas.microsoft.com/office/powerpoint/2010/main" val="1220893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are renowned for their affectionate and loyal nature, making them unique companions. Their instinct to bond with humans sets them apart in the pet world.</a:t>
            </a:r>
          </a:p>
        </p:txBody>
      </p:sp>
      <p:sp>
        <p:nvSpPr>
          <p:cNvPr id="4" name="Slide Number Placeholder 3"/>
          <p:cNvSpPr>
            <a:spLocks noGrp="1"/>
          </p:cNvSpPr>
          <p:nvPr>
            <p:ph type="sldNum" sz="quarter" idx="5"/>
          </p:nvPr>
        </p:nvSpPr>
        <p:spPr/>
        <p:txBody>
          <a:bodyPr/>
          <a:lstStyle/>
          <a:p>
            <a:fld id="{0262989D-4DD3-4086-86CB-3BDE3B64FD14}" type="slidenum">
              <a:t>3</a:t>
            </a:fld>
            <a:endParaRPr lang="en-US"/>
          </a:p>
        </p:txBody>
      </p:sp>
    </p:spTree>
    <p:extLst>
      <p:ext uri="{BB962C8B-B14F-4D97-AF65-F5344CB8AC3E}">
        <p14:creationId xmlns:p14="http://schemas.microsoft.com/office/powerpoint/2010/main" val="1478483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are known for their unwavering loyalty and affection towards their owners. Their ability to express love and companionship enhances the human-animal bond.</a:t>
            </a:r>
          </a:p>
        </p:txBody>
      </p:sp>
      <p:sp>
        <p:nvSpPr>
          <p:cNvPr id="4" name="Slide Number Placeholder 3"/>
          <p:cNvSpPr>
            <a:spLocks noGrp="1"/>
          </p:cNvSpPr>
          <p:nvPr>
            <p:ph type="sldNum" sz="quarter" idx="5"/>
          </p:nvPr>
        </p:nvSpPr>
        <p:spPr/>
        <p:txBody>
          <a:bodyPr/>
          <a:lstStyle/>
          <a:p>
            <a:fld id="{0262989D-4DD3-4086-86CB-3BDE3B64FD14}" type="slidenum">
              <a:t>4</a:t>
            </a:fld>
            <a:endParaRPr lang="en-US"/>
          </a:p>
        </p:txBody>
      </p:sp>
    </p:spTree>
    <p:extLst>
      <p:ext uri="{BB962C8B-B14F-4D97-AF65-F5344CB8AC3E}">
        <p14:creationId xmlns:p14="http://schemas.microsoft.com/office/powerpoint/2010/main" val="2834218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thrive on social interaction and often seek out companionship from their owners. This sociable behavior encourages owners to engage more frequently, promoting a lively environment.</a:t>
            </a:r>
          </a:p>
        </p:txBody>
      </p:sp>
      <p:sp>
        <p:nvSpPr>
          <p:cNvPr id="4" name="Slide Number Placeholder 3"/>
          <p:cNvSpPr>
            <a:spLocks noGrp="1"/>
          </p:cNvSpPr>
          <p:nvPr>
            <p:ph type="sldNum" sz="quarter" idx="5"/>
          </p:nvPr>
        </p:nvSpPr>
        <p:spPr/>
        <p:txBody>
          <a:bodyPr/>
          <a:lstStyle/>
          <a:p>
            <a:fld id="{0262989D-4DD3-4086-86CB-3BDE3B64FD14}" type="slidenum">
              <a:t>5</a:t>
            </a:fld>
            <a:endParaRPr lang="en-US"/>
          </a:p>
        </p:txBody>
      </p:sp>
    </p:spTree>
    <p:extLst>
      <p:ext uri="{BB962C8B-B14F-4D97-AF65-F5344CB8AC3E}">
        <p14:creationId xmlns:p14="http://schemas.microsoft.com/office/powerpoint/2010/main" val="39131645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have an extraordinary ability to form deep emotional bonds with humans. This connection leads to a strong sense of attachment and mutual trust.</a:t>
            </a:r>
          </a:p>
        </p:txBody>
      </p:sp>
      <p:sp>
        <p:nvSpPr>
          <p:cNvPr id="4" name="Slide Number Placeholder 3"/>
          <p:cNvSpPr>
            <a:spLocks noGrp="1"/>
          </p:cNvSpPr>
          <p:nvPr>
            <p:ph type="sldNum" sz="quarter" idx="5"/>
          </p:nvPr>
        </p:nvSpPr>
        <p:spPr/>
        <p:txBody>
          <a:bodyPr/>
          <a:lstStyle/>
          <a:p>
            <a:fld id="{0262989D-4DD3-4086-86CB-3BDE3B64FD14}" type="slidenum">
              <a:t>6</a:t>
            </a:fld>
            <a:endParaRPr lang="en-US"/>
          </a:p>
        </p:txBody>
      </p:sp>
    </p:spTree>
    <p:extLst>
      <p:ext uri="{BB962C8B-B14F-4D97-AF65-F5344CB8AC3E}">
        <p14:creationId xmlns:p14="http://schemas.microsoft.com/office/powerpoint/2010/main" val="3698281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Training is an essential aspect of dog ownership. Dogs are generally easier to train than cats, which enhances their role as reliable companions and working animals.</a:t>
            </a:r>
          </a:p>
        </p:txBody>
      </p:sp>
      <p:sp>
        <p:nvSpPr>
          <p:cNvPr id="4" name="Slide Number Placeholder 3"/>
          <p:cNvSpPr>
            <a:spLocks noGrp="1"/>
          </p:cNvSpPr>
          <p:nvPr>
            <p:ph type="sldNum" sz="quarter" idx="5"/>
          </p:nvPr>
        </p:nvSpPr>
        <p:spPr/>
        <p:txBody>
          <a:bodyPr/>
          <a:lstStyle/>
          <a:p>
            <a:fld id="{0262989D-4DD3-4086-86CB-3BDE3B64FD14}" type="slidenum">
              <a:t>7</a:t>
            </a:fld>
            <a:endParaRPr lang="en-US"/>
          </a:p>
        </p:txBody>
      </p:sp>
    </p:spTree>
    <p:extLst>
      <p:ext uri="{BB962C8B-B14F-4D97-AF65-F5344CB8AC3E}">
        <p14:creationId xmlns:p14="http://schemas.microsoft.com/office/powerpoint/2010/main" val="3478868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are typically eager to please their owners, making them more receptive to training. This eagerness results in better obedience and behavior in various environments.</a:t>
            </a:r>
          </a:p>
        </p:txBody>
      </p:sp>
      <p:sp>
        <p:nvSpPr>
          <p:cNvPr id="4" name="Slide Number Placeholder 3"/>
          <p:cNvSpPr>
            <a:spLocks noGrp="1"/>
          </p:cNvSpPr>
          <p:nvPr>
            <p:ph type="sldNum" sz="quarter" idx="5"/>
          </p:nvPr>
        </p:nvSpPr>
        <p:spPr/>
        <p:txBody>
          <a:bodyPr/>
          <a:lstStyle/>
          <a:p>
            <a:fld id="{0262989D-4DD3-4086-86CB-3BDE3B64FD14}" type="slidenum">
              <a:t>8</a:t>
            </a:fld>
            <a:endParaRPr lang="en-US"/>
          </a:p>
        </p:txBody>
      </p:sp>
    </p:spTree>
    <p:extLst>
      <p:ext uri="{BB962C8B-B14F-4D97-AF65-F5344CB8AC3E}">
        <p14:creationId xmlns:p14="http://schemas.microsoft.com/office/powerpoint/2010/main" val="534906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predictable nature of dogs makes them easier to manage. Their willingness to learn commands and follow rules enhances safety and fosters a harmonious home.</a:t>
            </a:r>
          </a:p>
        </p:txBody>
      </p:sp>
      <p:sp>
        <p:nvSpPr>
          <p:cNvPr id="4" name="Slide Number Placeholder 3"/>
          <p:cNvSpPr>
            <a:spLocks noGrp="1"/>
          </p:cNvSpPr>
          <p:nvPr>
            <p:ph type="sldNum" sz="quarter" idx="5"/>
          </p:nvPr>
        </p:nvSpPr>
        <p:spPr/>
        <p:txBody>
          <a:bodyPr/>
          <a:lstStyle/>
          <a:p>
            <a:fld id="{0262989D-4DD3-4086-86CB-3BDE3B64FD14}" type="slidenum">
              <a:t>9</a:t>
            </a:fld>
            <a:endParaRPr lang="en-US"/>
          </a:p>
        </p:txBody>
      </p:sp>
    </p:spTree>
    <p:extLst>
      <p:ext uri="{BB962C8B-B14F-4D97-AF65-F5344CB8AC3E}">
        <p14:creationId xmlns:p14="http://schemas.microsoft.com/office/powerpoint/2010/main" val="2080324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serve critical roles in society as service animals, therapy dogs, and working dogs. Their abilities to assist humans in various capacities demonstrate their value beyond companionship.</a:t>
            </a:r>
          </a:p>
        </p:txBody>
      </p:sp>
      <p:sp>
        <p:nvSpPr>
          <p:cNvPr id="4" name="Slide Number Placeholder 3"/>
          <p:cNvSpPr>
            <a:spLocks noGrp="1"/>
          </p:cNvSpPr>
          <p:nvPr>
            <p:ph type="sldNum" sz="quarter" idx="5"/>
          </p:nvPr>
        </p:nvSpPr>
        <p:spPr/>
        <p:txBody>
          <a:bodyPr/>
          <a:lstStyle/>
          <a:p>
            <a:fld id="{0262989D-4DD3-4086-86CB-3BDE3B64FD14}" type="slidenum">
              <a:t>10</a:t>
            </a:fld>
            <a:endParaRPr lang="en-US"/>
          </a:p>
        </p:txBody>
      </p:sp>
    </p:spTree>
    <p:extLst>
      <p:ext uri="{BB962C8B-B14F-4D97-AF65-F5344CB8AC3E}">
        <p14:creationId xmlns:p14="http://schemas.microsoft.com/office/powerpoint/2010/main" val="2358640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portrayal of dogs in cinema often highlights their heroism, bravery, and loyalty, contrasting with the more independent nature of cats in film representations.</a:t>
            </a:r>
          </a:p>
        </p:txBody>
      </p:sp>
      <p:sp>
        <p:nvSpPr>
          <p:cNvPr id="4" name="Slide Number Placeholder 3"/>
          <p:cNvSpPr>
            <a:spLocks noGrp="1"/>
          </p:cNvSpPr>
          <p:nvPr>
            <p:ph type="sldNum" sz="quarter" idx="5"/>
          </p:nvPr>
        </p:nvSpPr>
        <p:spPr/>
        <p:txBody>
          <a:bodyPr/>
          <a:lstStyle/>
          <a:p>
            <a:fld id="{0262989D-4DD3-4086-86CB-3BDE3B64FD14}" type="slidenum">
              <a:t>11</a:t>
            </a:fld>
            <a:endParaRPr lang="en-US"/>
          </a:p>
        </p:txBody>
      </p:sp>
    </p:spTree>
    <p:extLst>
      <p:ext uri="{BB962C8B-B14F-4D97-AF65-F5344CB8AC3E}">
        <p14:creationId xmlns:p14="http://schemas.microsoft.com/office/powerpoint/2010/main" val="1155121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Hero dogs have gained immense popularity in films, often depicted as loyal companions saving the day. Their stories resonate deeply with audiences, emphasizing their bravery.</a:t>
            </a:r>
          </a:p>
        </p:txBody>
      </p:sp>
      <p:sp>
        <p:nvSpPr>
          <p:cNvPr id="4" name="Slide Number Placeholder 3"/>
          <p:cNvSpPr>
            <a:spLocks noGrp="1"/>
          </p:cNvSpPr>
          <p:nvPr>
            <p:ph type="sldNum" sz="quarter" idx="5"/>
          </p:nvPr>
        </p:nvSpPr>
        <p:spPr/>
        <p:txBody>
          <a:bodyPr/>
          <a:lstStyle/>
          <a:p>
            <a:fld id="{0262989D-4DD3-4086-86CB-3BDE3B64FD14}" type="slidenum">
              <a:t>12</a:t>
            </a:fld>
            <a:endParaRPr lang="en-US"/>
          </a:p>
        </p:txBody>
      </p:sp>
    </p:spTree>
    <p:extLst>
      <p:ext uri="{BB962C8B-B14F-4D97-AF65-F5344CB8AC3E}">
        <p14:creationId xmlns:p14="http://schemas.microsoft.com/office/powerpoint/2010/main" val="534052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Movies featuring heroic dogs, such as 'Lassie' and 'Hachi: A Dog's Tale,' have left lasting impressions on viewers. These films celebrate the valor and loyalty of dogs.</a:t>
            </a:r>
          </a:p>
        </p:txBody>
      </p:sp>
      <p:sp>
        <p:nvSpPr>
          <p:cNvPr id="4" name="Slide Number Placeholder 3"/>
          <p:cNvSpPr>
            <a:spLocks noGrp="1"/>
          </p:cNvSpPr>
          <p:nvPr>
            <p:ph type="sldNum" sz="quarter" idx="5"/>
          </p:nvPr>
        </p:nvSpPr>
        <p:spPr/>
        <p:txBody>
          <a:bodyPr/>
          <a:lstStyle/>
          <a:p>
            <a:fld id="{0262989D-4DD3-4086-86CB-3BDE3B64FD14}" type="slidenum">
              <a:t>13</a:t>
            </a:fld>
            <a:endParaRPr lang="en-US"/>
          </a:p>
        </p:txBody>
      </p:sp>
    </p:spTree>
    <p:extLst>
      <p:ext uri="{BB962C8B-B14F-4D97-AF65-F5344CB8AC3E}">
        <p14:creationId xmlns:p14="http://schemas.microsoft.com/office/powerpoint/2010/main" val="143062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hero cats appear in films, they often lack the same level of emotional connection and heroism portrayed by dogs. This analysis reveals a cultural preference for canine heroism.</a:t>
            </a:r>
          </a:p>
        </p:txBody>
      </p:sp>
      <p:sp>
        <p:nvSpPr>
          <p:cNvPr id="4" name="Slide Number Placeholder 3"/>
          <p:cNvSpPr>
            <a:spLocks noGrp="1"/>
          </p:cNvSpPr>
          <p:nvPr>
            <p:ph type="sldNum" sz="quarter" idx="5"/>
          </p:nvPr>
        </p:nvSpPr>
        <p:spPr/>
        <p:txBody>
          <a:bodyPr/>
          <a:lstStyle/>
          <a:p>
            <a:fld id="{0262989D-4DD3-4086-86CB-3BDE3B64FD14}" type="slidenum">
              <a:t>14</a:t>
            </a:fld>
            <a:endParaRPr lang="en-US"/>
          </a:p>
        </p:txBody>
      </p:sp>
    </p:spTree>
    <p:extLst>
      <p:ext uri="{BB962C8B-B14F-4D97-AF65-F5344CB8AC3E}">
        <p14:creationId xmlns:p14="http://schemas.microsoft.com/office/powerpoint/2010/main" val="3572870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Owning a dog carries numerous health benefits, including increased physical activity and improved mental well-being. These aspects contribute to a healthier lifestyle for dog owners.</a:t>
            </a:r>
          </a:p>
        </p:txBody>
      </p:sp>
      <p:sp>
        <p:nvSpPr>
          <p:cNvPr id="4" name="Slide Number Placeholder 3"/>
          <p:cNvSpPr>
            <a:spLocks noGrp="1"/>
          </p:cNvSpPr>
          <p:nvPr>
            <p:ph type="sldNum" sz="quarter" idx="5"/>
          </p:nvPr>
        </p:nvSpPr>
        <p:spPr/>
        <p:txBody>
          <a:bodyPr/>
          <a:lstStyle/>
          <a:p>
            <a:fld id="{0262989D-4DD3-4086-86CB-3BDE3B64FD14}" type="slidenum">
              <a:t>15</a:t>
            </a:fld>
            <a:endParaRPr lang="en-US"/>
          </a:p>
        </p:txBody>
      </p:sp>
    </p:spTree>
    <p:extLst>
      <p:ext uri="{BB962C8B-B14F-4D97-AF65-F5344CB8AC3E}">
        <p14:creationId xmlns:p14="http://schemas.microsoft.com/office/powerpoint/2010/main" val="940587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require regular walks, which encourages their owners to engage in physical exercise. This routine can lead to a healthier lifestyle for both the dog and the owner.</a:t>
            </a:r>
          </a:p>
        </p:txBody>
      </p:sp>
      <p:sp>
        <p:nvSpPr>
          <p:cNvPr id="4" name="Slide Number Placeholder 3"/>
          <p:cNvSpPr>
            <a:spLocks noGrp="1"/>
          </p:cNvSpPr>
          <p:nvPr>
            <p:ph type="sldNum" sz="quarter" idx="5"/>
          </p:nvPr>
        </p:nvSpPr>
        <p:spPr/>
        <p:txBody>
          <a:bodyPr/>
          <a:lstStyle/>
          <a:p>
            <a:fld id="{0262989D-4DD3-4086-86CB-3BDE3B64FD14}" type="slidenum">
              <a:t>16</a:t>
            </a:fld>
            <a:endParaRPr lang="en-US"/>
          </a:p>
        </p:txBody>
      </p:sp>
    </p:spTree>
    <p:extLst>
      <p:ext uri="{BB962C8B-B14F-4D97-AF65-F5344CB8AC3E}">
        <p14:creationId xmlns:p14="http://schemas.microsoft.com/office/powerpoint/2010/main" val="35793283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 ownership has been linked to therapeutic benefits, including lower stress levels and improved mood. The presence of a dog can provide comfort and reduce feelings of loneliness.</a:t>
            </a:r>
          </a:p>
        </p:txBody>
      </p:sp>
      <p:sp>
        <p:nvSpPr>
          <p:cNvPr id="4" name="Slide Number Placeholder 3"/>
          <p:cNvSpPr>
            <a:spLocks noGrp="1"/>
          </p:cNvSpPr>
          <p:nvPr>
            <p:ph type="sldNum" sz="quarter" idx="5"/>
          </p:nvPr>
        </p:nvSpPr>
        <p:spPr/>
        <p:txBody>
          <a:bodyPr/>
          <a:lstStyle/>
          <a:p>
            <a:fld id="{0262989D-4DD3-4086-86CB-3BDE3B64FD14}" type="slidenum">
              <a:t>17</a:t>
            </a:fld>
            <a:endParaRPr lang="en-US"/>
          </a:p>
        </p:txBody>
      </p:sp>
    </p:spTree>
    <p:extLst>
      <p:ext uri="{BB962C8B-B14F-4D97-AF65-F5344CB8AC3E}">
        <p14:creationId xmlns:p14="http://schemas.microsoft.com/office/powerpoint/2010/main" val="4060779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Research indicates that owning a dog can significantly enhance mental health by providing companionship, reducing anxiety, and combating depression through affection and interaction.</a:t>
            </a:r>
          </a:p>
        </p:txBody>
      </p:sp>
      <p:sp>
        <p:nvSpPr>
          <p:cNvPr id="4" name="Slide Number Placeholder 3"/>
          <p:cNvSpPr>
            <a:spLocks noGrp="1"/>
          </p:cNvSpPr>
          <p:nvPr>
            <p:ph type="sldNum" sz="quarter" idx="5"/>
          </p:nvPr>
        </p:nvSpPr>
        <p:spPr/>
        <p:txBody>
          <a:bodyPr/>
          <a:lstStyle/>
          <a:p>
            <a:fld id="{0262989D-4DD3-4086-86CB-3BDE3B64FD14}" type="slidenum">
              <a:t>18</a:t>
            </a:fld>
            <a:endParaRPr lang="en-US"/>
          </a:p>
        </p:txBody>
      </p:sp>
    </p:spTree>
    <p:extLst>
      <p:ext uri="{BB962C8B-B14F-4D97-AF65-F5344CB8AC3E}">
        <p14:creationId xmlns:p14="http://schemas.microsoft.com/office/powerpoint/2010/main" val="34608908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comparing the costs of dog food and cat food, dog food often comes out as the more economical choice. Factors such as bulk purchasing options and the types of ingredients used play a significant role in the price difference. Understanding these aspects can help pet owners make informed decisions based on their budget and their pets' needs.</a:t>
            </a:r>
          </a:p>
        </p:txBody>
      </p:sp>
      <p:sp>
        <p:nvSpPr>
          <p:cNvPr id="4" name="Slide Number Placeholder 3"/>
          <p:cNvSpPr>
            <a:spLocks noGrp="1"/>
          </p:cNvSpPr>
          <p:nvPr>
            <p:ph type="sldNum" sz="quarter" idx="5"/>
          </p:nvPr>
        </p:nvSpPr>
        <p:spPr/>
        <p:txBody>
          <a:bodyPr/>
          <a:lstStyle/>
          <a:p>
            <a:fld id="{43A28E9C-7591-4B1C-A2FC-B086724435C0}" type="slidenum">
              <a:t>19</a:t>
            </a:fld>
            <a:endParaRPr lang="en-US"/>
          </a:p>
        </p:txBody>
      </p:sp>
    </p:spTree>
    <p:extLst>
      <p:ext uri="{BB962C8B-B14F-4D97-AF65-F5344CB8AC3E}">
        <p14:creationId xmlns:p14="http://schemas.microsoft.com/office/powerpoint/2010/main" val="1826421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serve as effective protectors, offering security and peace of mind to their owners. Their natural instincts play a crucial role in safeguarding homes and families.</a:t>
            </a:r>
          </a:p>
        </p:txBody>
      </p:sp>
      <p:sp>
        <p:nvSpPr>
          <p:cNvPr id="4" name="Slide Number Placeholder 3"/>
          <p:cNvSpPr>
            <a:spLocks noGrp="1"/>
          </p:cNvSpPr>
          <p:nvPr>
            <p:ph type="sldNum" sz="quarter" idx="5"/>
          </p:nvPr>
        </p:nvSpPr>
        <p:spPr/>
        <p:txBody>
          <a:bodyPr/>
          <a:lstStyle/>
          <a:p>
            <a:fld id="{0262989D-4DD3-4086-86CB-3BDE3B64FD14}" type="slidenum">
              <a:t>19</a:t>
            </a:fld>
            <a:endParaRPr lang="en-US"/>
          </a:p>
        </p:txBody>
      </p:sp>
    </p:spTree>
    <p:extLst>
      <p:ext uri="{BB962C8B-B14F-4D97-AF65-F5344CB8AC3E}">
        <p14:creationId xmlns:p14="http://schemas.microsoft.com/office/powerpoint/2010/main" val="2298964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Many dog breeds are instinctively protective and loyal, making them ideal guardians for homes and families. Their presence alone can deter intruders.</a:t>
            </a:r>
          </a:p>
        </p:txBody>
      </p:sp>
      <p:sp>
        <p:nvSpPr>
          <p:cNvPr id="4" name="Slide Number Placeholder 3"/>
          <p:cNvSpPr>
            <a:spLocks noGrp="1"/>
          </p:cNvSpPr>
          <p:nvPr>
            <p:ph type="sldNum" sz="quarter" idx="5"/>
          </p:nvPr>
        </p:nvSpPr>
        <p:spPr/>
        <p:txBody>
          <a:bodyPr/>
          <a:lstStyle/>
          <a:p>
            <a:fld id="{0262989D-4DD3-4086-86CB-3BDE3B64FD14}" type="slidenum">
              <a:t>20</a:t>
            </a:fld>
            <a:endParaRPr lang="en-US"/>
          </a:p>
        </p:txBody>
      </p:sp>
    </p:spTree>
    <p:extLst>
      <p:ext uri="{BB962C8B-B14F-4D97-AF65-F5344CB8AC3E}">
        <p14:creationId xmlns:p14="http://schemas.microsoft.com/office/powerpoint/2010/main" val="19880532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possess exceptional olfactory abilities that allow them to detect drugs, explosives, and even medical conditions such as low blood sugar. This skill is invaluable in various roles.</a:t>
            </a:r>
          </a:p>
        </p:txBody>
      </p:sp>
      <p:sp>
        <p:nvSpPr>
          <p:cNvPr id="4" name="Slide Number Placeholder 3"/>
          <p:cNvSpPr>
            <a:spLocks noGrp="1"/>
          </p:cNvSpPr>
          <p:nvPr>
            <p:ph type="sldNum" sz="quarter" idx="5"/>
          </p:nvPr>
        </p:nvSpPr>
        <p:spPr/>
        <p:txBody>
          <a:bodyPr/>
          <a:lstStyle/>
          <a:p>
            <a:fld id="{0262989D-4DD3-4086-86CB-3BDE3B64FD14}" type="slidenum">
              <a:t>21</a:t>
            </a:fld>
            <a:endParaRPr lang="en-US"/>
          </a:p>
        </p:txBody>
      </p:sp>
    </p:spTree>
    <p:extLst>
      <p:ext uri="{BB962C8B-B14F-4D97-AF65-F5344CB8AC3E}">
        <p14:creationId xmlns:p14="http://schemas.microsoft.com/office/powerpoint/2010/main" val="2586028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presence of dogs in our lives significantly influences social interactions and emotional well-being, highlighting their importance as companions.</a:t>
            </a:r>
          </a:p>
        </p:txBody>
      </p:sp>
      <p:sp>
        <p:nvSpPr>
          <p:cNvPr id="4" name="Slide Number Placeholder 3"/>
          <p:cNvSpPr>
            <a:spLocks noGrp="1"/>
          </p:cNvSpPr>
          <p:nvPr>
            <p:ph type="sldNum" sz="quarter" idx="5"/>
          </p:nvPr>
        </p:nvSpPr>
        <p:spPr/>
        <p:txBody>
          <a:bodyPr/>
          <a:lstStyle/>
          <a:p>
            <a:fld id="{0262989D-4DD3-4086-86CB-3BDE3B64FD14}" type="slidenum">
              <a:t>22</a:t>
            </a:fld>
            <a:endParaRPr lang="en-US"/>
          </a:p>
        </p:txBody>
      </p:sp>
    </p:spTree>
    <p:extLst>
      <p:ext uri="{BB962C8B-B14F-4D97-AF65-F5344CB8AC3E}">
        <p14:creationId xmlns:p14="http://schemas.microsoft.com/office/powerpoint/2010/main" val="9708251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facilitate social interactions among people, leading to new friendships and connections. Dog owners often bond over shared experiences and love for their pets.</a:t>
            </a:r>
          </a:p>
        </p:txBody>
      </p:sp>
      <p:sp>
        <p:nvSpPr>
          <p:cNvPr id="4" name="Slide Number Placeholder 3"/>
          <p:cNvSpPr>
            <a:spLocks noGrp="1"/>
          </p:cNvSpPr>
          <p:nvPr>
            <p:ph type="sldNum" sz="quarter" idx="5"/>
          </p:nvPr>
        </p:nvSpPr>
        <p:spPr/>
        <p:txBody>
          <a:bodyPr/>
          <a:lstStyle/>
          <a:p>
            <a:fld id="{0262989D-4DD3-4086-86CB-3BDE3B64FD14}" type="slidenum">
              <a:t>23</a:t>
            </a:fld>
            <a:endParaRPr lang="en-US"/>
          </a:p>
        </p:txBody>
      </p:sp>
    </p:spTree>
    <p:extLst>
      <p:ext uri="{BB962C8B-B14F-4D97-AF65-F5344CB8AC3E}">
        <p14:creationId xmlns:p14="http://schemas.microsoft.com/office/powerpoint/2010/main" val="216546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Dogs provide emotional support and comfort to their owners, offering companionship during difficult times. Their affectionate nature can enhance emotional resilience.</a:t>
            </a:r>
          </a:p>
        </p:txBody>
      </p:sp>
      <p:sp>
        <p:nvSpPr>
          <p:cNvPr id="4" name="Slide Number Placeholder 3"/>
          <p:cNvSpPr>
            <a:spLocks noGrp="1"/>
          </p:cNvSpPr>
          <p:nvPr>
            <p:ph type="sldNum" sz="quarter" idx="5"/>
          </p:nvPr>
        </p:nvSpPr>
        <p:spPr/>
        <p:txBody>
          <a:bodyPr/>
          <a:lstStyle/>
          <a:p>
            <a:fld id="{0262989D-4DD3-4086-86CB-3BDE3B64FD14}" type="slidenum">
              <a:t>24</a:t>
            </a:fld>
            <a:endParaRPr lang="en-US"/>
          </a:p>
        </p:txBody>
      </p:sp>
    </p:spTree>
    <p:extLst>
      <p:ext uri="{BB962C8B-B14F-4D97-AF65-F5344CB8AC3E}">
        <p14:creationId xmlns:p14="http://schemas.microsoft.com/office/powerpoint/2010/main" val="33107068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Therapy dogs play a vital role in providing comfort and support to individuals in various settings, including hospitals and schools, proving the emotional benefits of canine companionship.</a:t>
            </a:r>
          </a:p>
        </p:txBody>
      </p:sp>
      <p:sp>
        <p:nvSpPr>
          <p:cNvPr id="4" name="Slide Number Placeholder 3"/>
          <p:cNvSpPr>
            <a:spLocks noGrp="1"/>
          </p:cNvSpPr>
          <p:nvPr>
            <p:ph type="sldNum" sz="quarter" idx="5"/>
          </p:nvPr>
        </p:nvSpPr>
        <p:spPr/>
        <p:txBody>
          <a:bodyPr/>
          <a:lstStyle/>
          <a:p>
            <a:fld id="{0262989D-4DD3-4086-86CB-3BDE3B64FD14}" type="slidenum">
              <a:t>25</a:t>
            </a:fld>
            <a:endParaRPr lang="en-US"/>
          </a:p>
        </p:txBody>
      </p:sp>
    </p:spTree>
    <p:extLst>
      <p:ext uri="{BB962C8B-B14F-4D97-AF65-F5344CB8AC3E}">
        <p14:creationId xmlns:p14="http://schemas.microsoft.com/office/powerpoint/2010/main" val="1643784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dogs offer unparalleled companionship, loyalty, and support. Their roles in our lives extend beyond simple pets; they are trained helpers, emotional support providers, and beloved family members.</a:t>
            </a:r>
          </a:p>
        </p:txBody>
      </p:sp>
      <p:sp>
        <p:nvSpPr>
          <p:cNvPr id="4" name="Slide Number Placeholder 3"/>
          <p:cNvSpPr>
            <a:spLocks noGrp="1"/>
          </p:cNvSpPr>
          <p:nvPr>
            <p:ph type="sldNum" sz="quarter" idx="5"/>
          </p:nvPr>
        </p:nvSpPr>
        <p:spPr/>
        <p:txBody>
          <a:bodyPr/>
          <a:lstStyle/>
          <a:p>
            <a:fld id="{0262989D-4DD3-4086-86CB-3BDE3B64FD14}" type="slidenum">
              <a:t>26</a:t>
            </a:fld>
            <a:endParaRPr lang="en-US"/>
          </a:p>
        </p:txBody>
      </p:sp>
    </p:spTree>
    <p:extLst>
      <p:ext uri="{BB962C8B-B14F-4D97-AF65-F5344CB8AC3E}">
        <p14:creationId xmlns:p14="http://schemas.microsoft.com/office/powerpoint/2010/main" val="1872756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1/30/2025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2716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1/30/2025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77124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1/30/2025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52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1/30/2025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2887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1/30/2025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96409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1/30/2025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93563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1/30/2025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2975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1/30/2025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48459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1/30/2025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6309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1/30/2025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8582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1/30/2025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8557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1/30/2025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798263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Person with service animal">
            <a:extLst>
              <a:ext uri="{FF2B5EF4-FFF2-40B4-BE49-F238E27FC236}">
                <a16:creationId xmlns:a16="http://schemas.microsoft.com/office/drawing/2014/main" id="{A22D7EFF-EB54-46C6-B5ED-6E128A684EA9}"/>
              </a:ext>
            </a:extLst>
          </p:cNvPr>
          <p:cNvPicPr>
            <a:picLocks noChangeAspect="1"/>
          </p:cNvPicPr>
          <p:nvPr/>
        </p:nvPicPr>
        <p:blipFill>
          <a:blip r:embed="rId3"/>
          <a:srcRect r="9091" b="23391"/>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2BCC52E-8CA8-84BA-99A2-637777B03C18}"/>
              </a:ext>
            </a:extLst>
          </p:cNvPr>
          <p:cNvSpPr>
            <a:spLocks noGrp="1"/>
          </p:cNvSpPr>
          <p:nvPr>
            <p:ph type="ctrTitle"/>
          </p:nvPr>
        </p:nvSpPr>
        <p:spPr>
          <a:xfrm>
            <a:off x="286506" y="603315"/>
            <a:ext cx="5649211" cy="3685731"/>
          </a:xfrm>
        </p:spPr>
        <p:txBody>
          <a:bodyPr anchor="t">
            <a:normAutofit/>
          </a:bodyPr>
          <a:lstStyle/>
          <a:p>
            <a:pPr algn="l"/>
            <a:r>
              <a:rPr lang="en-US" sz="5100"/>
              <a:t>Why Dogs Are Better Than Cats: An In-Depth Comparison</a:t>
            </a:r>
          </a:p>
        </p:txBody>
      </p:sp>
      <p:sp>
        <p:nvSpPr>
          <p:cNvPr id="3" name="Subtitle 2">
            <a:extLst>
              <a:ext uri="{FF2B5EF4-FFF2-40B4-BE49-F238E27FC236}">
                <a16:creationId xmlns:a16="http://schemas.microsoft.com/office/drawing/2014/main" id="{1E048BCA-95BB-F6BB-A8A4-B2819AC0F01C}"/>
              </a:ext>
            </a:extLst>
          </p:cNvPr>
          <p:cNvSpPr>
            <a:spLocks noGrp="1"/>
          </p:cNvSpPr>
          <p:nvPr>
            <p:ph type="subTitle" idx="1"/>
          </p:nvPr>
        </p:nvSpPr>
        <p:spPr>
          <a:xfrm>
            <a:off x="286507" y="4437176"/>
            <a:ext cx="4007587" cy="1290807"/>
          </a:xfrm>
        </p:spPr>
        <p:txBody>
          <a:bodyPr anchor="ctr">
            <a:normAutofit/>
          </a:bodyPr>
          <a:lstStyle/>
          <a:p>
            <a:pPr algn="l"/>
            <a:r>
              <a:rPr lang="en-US" sz="2200"/>
              <a:t>Exploring the merits of canine companionship</a:t>
            </a:r>
          </a:p>
        </p:txBody>
      </p:sp>
    </p:spTree>
    <p:extLst>
      <p:ext uri="{BB962C8B-B14F-4D97-AF65-F5344CB8AC3E}">
        <p14:creationId xmlns:p14="http://schemas.microsoft.com/office/powerpoint/2010/main" val="115171386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One beautiful young woman with curly long hair enjoying free time with her dog in autumn public park.">
            <a:extLst>
              <a:ext uri="{FF2B5EF4-FFF2-40B4-BE49-F238E27FC236}">
                <a16:creationId xmlns:a16="http://schemas.microsoft.com/office/drawing/2014/main" id="{77C31970-0BDB-4AA8-93F7-CCDDB326D226}"/>
              </a:ext>
            </a:extLst>
          </p:cNvPr>
          <p:cNvPicPr>
            <a:picLocks noGrp="1" noChangeAspect="1"/>
          </p:cNvPicPr>
          <p:nvPr>
            <p:ph sz="half" idx="1"/>
          </p:nvPr>
        </p:nvPicPr>
        <p:blipFill>
          <a:blip r:embed="rId3"/>
          <a:srcRect l="26536" r="11430"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FAD92F76-78E7-FB8A-AA90-32C3ACB99BE4}"/>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Agenda Items</a:t>
            </a:r>
          </a:p>
        </p:txBody>
      </p:sp>
      <p:sp>
        <p:nvSpPr>
          <p:cNvPr id="4" name="Content Placeholder 3">
            <a:extLst>
              <a:ext uri="{FF2B5EF4-FFF2-40B4-BE49-F238E27FC236}">
                <a16:creationId xmlns:a16="http://schemas.microsoft.com/office/drawing/2014/main" id="{9C001974-7B80-0F9C-1B01-6A0B2EF1D3C0}"/>
              </a:ext>
            </a:extLst>
          </p:cNvPr>
          <p:cNvSpPr>
            <a:spLocks noGrp="1"/>
          </p:cNvSpPr>
          <p:nvPr>
            <p:ph sz="half" idx="2"/>
          </p:nvPr>
        </p:nvSpPr>
        <p:spPr>
          <a:xfrm>
            <a:off x="614679" y="2212848"/>
            <a:ext cx="4361688" cy="4096512"/>
          </a:xfrm>
        </p:spPr>
        <p:txBody>
          <a:bodyPr vert="horz" lIns="91440" tIns="45720" rIns="91440" bIns="45720" rtlCol="0">
            <a:normAutofit/>
          </a:bodyPr>
          <a:lstStyle/>
          <a:p>
            <a:r>
              <a:rPr lang="en-US" sz="1800"/>
              <a:t>Companionship and Loyalty</a:t>
            </a:r>
          </a:p>
          <a:p>
            <a:r>
              <a:rPr lang="en-US" sz="1800"/>
              <a:t>Training and Behavior</a:t>
            </a:r>
          </a:p>
          <a:p>
            <a:r>
              <a:rPr lang="en-US" sz="1800"/>
              <a:t>Hero Dogs in Movies Vs. Hero Cats in Movies</a:t>
            </a:r>
          </a:p>
          <a:p>
            <a:r>
              <a:rPr lang="en-US" sz="1800"/>
              <a:t>Health and Exercise Benefits</a:t>
            </a:r>
          </a:p>
          <a:p>
            <a:r>
              <a:rPr lang="en-US" sz="1800"/>
              <a:t>Protection and Security</a:t>
            </a:r>
          </a:p>
          <a:p>
            <a:r>
              <a:rPr lang="en-US" sz="1800"/>
              <a:t>Social and Emotional Impact</a:t>
            </a:r>
          </a:p>
        </p:txBody>
      </p:sp>
    </p:spTree>
    <p:extLst>
      <p:ext uri="{BB962C8B-B14F-4D97-AF65-F5344CB8AC3E}">
        <p14:creationId xmlns:p14="http://schemas.microsoft.com/office/powerpoint/2010/main" val="767175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37A9ACA-97D0-FC99-8F44-E0C1A76A3F69}"/>
              </a:ext>
            </a:extLst>
          </p:cNvPr>
          <p:cNvSpPr>
            <a:spLocks noGrp="1"/>
          </p:cNvSpPr>
          <p:nvPr>
            <p:ph type="ctrTitle"/>
          </p:nvPr>
        </p:nvSpPr>
        <p:spPr>
          <a:xfrm>
            <a:off x="277091" y="1814321"/>
            <a:ext cx="7772400" cy="4560920"/>
          </a:xfrm>
        </p:spPr>
        <p:txBody>
          <a:bodyPr anchor="b">
            <a:normAutofit/>
          </a:bodyPr>
          <a:lstStyle/>
          <a:p>
            <a:pPr algn="l"/>
            <a:r>
              <a:rPr lang="en-US" sz="7400"/>
              <a:t>Companionship and Loyalty</a:t>
            </a:r>
          </a:p>
        </p:txBody>
      </p:sp>
    </p:spTree>
    <p:extLst>
      <p:ext uri="{BB962C8B-B14F-4D97-AF65-F5344CB8AC3E}">
        <p14:creationId xmlns:p14="http://schemas.microsoft.com/office/powerpoint/2010/main" val="254288742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little dog dozed in the hammock. After waking up, it threw out its head and looking down, under the swing. Its freckles attract everyone to come and cuddle him.">
            <a:extLst>
              <a:ext uri="{FF2B5EF4-FFF2-40B4-BE49-F238E27FC236}">
                <a16:creationId xmlns:a16="http://schemas.microsoft.com/office/drawing/2014/main" id="{B567394A-30C6-4723-8A86-CDFCC8584B4E}"/>
              </a:ext>
            </a:extLst>
          </p:cNvPr>
          <p:cNvPicPr>
            <a:picLocks noGrp="1" noChangeAspect="1"/>
          </p:cNvPicPr>
          <p:nvPr>
            <p:ph sz="half" idx="1"/>
          </p:nvPr>
        </p:nvPicPr>
        <p:blipFill>
          <a:blip r:embed="rId3"/>
          <a:srcRect l="26632" r="25397" b="2"/>
          <a:stretch/>
        </p:blipFill>
        <p:spPr>
          <a:xfrm>
            <a:off x="20" y="10"/>
            <a:ext cx="4910308" cy="6857990"/>
          </a:xfrm>
          <a:prstGeom prst="rect">
            <a:avLst/>
          </a:prstGeom>
        </p:spPr>
      </p:pic>
      <p:sp>
        <p:nvSpPr>
          <p:cNvPr id="2" name="Title 1">
            <a:extLst>
              <a:ext uri="{FF2B5EF4-FFF2-40B4-BE49-F238E27FC236}">
                <a16:creationId xmlns:a16="http://schemas.microsoft.com/office/drawing/2014/main" id="{06B81DAF-C1BF-D0D8-0DEE-6EB8737C81E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Affectionate and Loyal Nature of Dogs</a:t>
            </a:r>
          </a:p>
        </p:txBody>
      </p:sp>
      <p:sp>
        <p:nvSpPr>
          <p:cNvPr id="4" name="Content Placeholder 3">
            <a:extLst>
              <a:ext uri="{FF2B5EF4-FFF2-40B4-BE49-F238E27FC236}">
                <a16:creationId xmlns:a16="http://schemas.microsoft.com/office/drawing/2014/main" id="{5B3CA155-7DA2-F6F9-3657-820E76D6576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Unwavering Loyalty</a:t>
            </a:r>
          </a:p>
          <a:p>
            <a:pPr marL="0" lvl="1" indent="0">
              <a:buNone/>
            </a:pPr>
            <a:r>
              <a:rPr lang="en-US" sz="1400"/>
              <a:t>Dogs are renowned for their loyalty, often standing by their owners through thick and thin, showcasing their devoted nature.</a:t>
            </a:r>
          </a:p>
          <a:p>
            <a:pPr marL="0" indent="0">
              <a:spcBef>
                <a:spcPts val="2500"/>
              </a:spcBef>
              <a:buNone/>
            </a:pPr>
            <a:r>
              <a:rPr lang="en-US" sz="1400" b="1"/>
              <a:t>Expressing Affection</a:t>
            </a:r>
          </a:p>
          <a:p>
            <a:pPr marL="0" lvl="1" indent="0">
              <a:buNone/>
            </a:pPr>
            <a:r>
              <a:rPr lang="en-US" sz="1400"/>
              <a:t>Dogs express affection in various ways, such as wagging tails and cuddling, strengthening their bond with humans.</a:t>
            </a:r>
          </a:p>
          <a:p>
            <a:pPr marL="0" indent="0">
              <a:spcBef>
                <a:spcPts val="2500"/>
              </a:spcBef>
              <a:buNone/>
            </a:pPr>
            <a:r>
              <a:rPr lang="en-US" sz="1400" b="1"/>
              <a:t>Strengthening Bonds</a:t>
            </a:r>
          </a:p>
          <a:p>
            <a:pPr marL="0" lvl="1" indent="0">
              <a:buNone/>
            </a:pPr>
            <a:r>
              <a:rPr lang="en-US" sz="1400"/>
              <a:t>The companionship of dogs enhances the human-animal bond, fostering emotional connections and mutual trust.</a:t>
            </a:r>
          </a:p>
        </p:txBody>
      </p:sp>
    </p:spTree>
    <p:extLst>
      <p:ext uri="{BB962C8B-B14F-4D97-AF65-F5344CB8AC3E}">
        <p14:creationId xmlns:p14="http://schemas.microsoft.com/office/powerpoint/2010/main" val="5311378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layful puppy.">
            <a:extLst>
              <a:ext uri="{FF2B5EF4-FFF2-40B4-BE49-F238E27FC236}">
                <a16:creationId xmlns:a16="http://schemas.microsoft.com/office/drawing/2014/main" id="{C0FEF9AC-9FF0-4C0A-8138-7F7D35B790DB}"/>
              </a:ext>
            </a:extLst>
          </p:cNvPr>
          <p:cNvPicPr>
            <a:picLocks noGrp="1" noChangeAspect="1"/>
          </p:cNvPicPr>
          <p:nvPr>
            <p:ph sz="half" idx="1"/>
          </p:nvPr>
        </p:nvPicPr>
        <p:blipFill>
          <a:blip r:embed="rId3"/>
          <a:srcRect l="21906" r="3030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B2D6DD66-320D-56C4-CCB1-84344C8F7633}"/>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Dogs as Social Companions</a:t>
            </a:r>
          </a:p>
        </p:txBody>
      </p:sp>
      <p:sp>
        <p:nvSpPr>
          <p:cNvPr id="4" name="Content Placeholder 3">
            <a:extLst>
              <a:ext uri="{FF2B5EF4-FFF2-40B4-BE49-F238E27FC236}">
                <a16:creationId xmlns:a16="http://schemas.microsoft.com/office/drawing/2014/main" id="{30BA9A1A-6A1C-0BFE-F733-E60D26B3BE7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Social Interaction</a:t>
            </a:r>
          </a:p>
          <a:p>
            <a:pPr marL="0" lvl="1" indent="0">
              <a:buNone/>
            </a:pPr>
            <a:r>
              <a:rPr lang="en-US" sz="1400"/>
              <a:t>Dogs naturally seek social interaction, forming strong bonds with their owners and enhancing their emotional well-being.</a:t>
            </a:r>
          </a:p>
          <a:p>
            <a:pPr marL="0" indent="0">
              <a:spcBef>
                <a:spcPts val="2500"/>
              </a:spcBef>
              <a:buNone/>
            </a:pPr>
            <a:r>
              <a:rPr lang="en-US" sz="1400" b="1"/>
              <a:t>Promoting Engagement</a:t>
            </a:r>
          </a:p>
          <a:p>
            <a:pPr marL="0" lvl="1" indent="0">
              <a:buNone/>
            </a:pPr>
            <a:r>
              <a:rPr lang="en-US" sz="1400"/>
              <a:t>The sociable nature of dogs encourages owners to engage more frequently, creating a vibrant and active lifestyle.</a:t>
            </a:r>
          </a:p>
          <a:p>
            <a:pPr marL="0" indent="0">
              <a:spcBef>
                <a:spcPts val="2500"/>
              </a:spcBef>
              <a:buNone/>
            </a:pPr>
            <a:r>
              <a:rPr lang="en-US" sz="1400" b="1"/>
              <a:t>Lively Environment</a:t>
            </a:r>
          </a:p>
          <a:p>
            <a:pPr marL="0" lvl="1" indent="0">
              <a:buNone/>
            </a:pPr>
            <a:r>
              <a:rPr lang="en-US" sz="1400"/>
              <a:t>Having a dog promotes a lively atmosphere in the home, enriching the lives of both the pets and their owners.</a:t>
            </a:r>
          </a:p>
        </p:txBody>
      </p:sp>
    </p:spTree>
    <p:extLst>
      <p:ext uri="{BB962C8B-B14F-4D97-AF65-F5344CB8AC3E}">
        <p14:creationId xmlns:p14="http://schemas.microsoft.com/office/powerpoint/2010/main" val="20130995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layful puppy.">
            <a:extLst>
              <a:ext uri="{FF2B5EF4-FFF2-40B4-BE49-F238E27FC236}">
                <a16:creationId xmlns:a16="http://schemas.microsoft.com/office/drawing/2014/main" id="{0DB7604B-6A8B-40CE-9AD6-D227AB968735}"/>
              </a:ext>
            </a:extLst>
          </p:cNvPr>
          <p:cNvPicPr>
            <a:picLocks noGrp="1" noChangeAspect="1"/>
          </p:cNvPicPr>
          <p:nvPr>
            <p:ph sz="half" idx="1"/>
          </p:nvPr>
        </p:nvPicPr>
        <p:blipFill>
          <a:blip r:embed="rId3"/>
          <a:srcRect l="23240" r="14726"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B9AEFB7F-F8CB-00B1-3E77-E77855D3C0F5}"/>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300" b="1" kern="1200">
                <a:solidFill>
                  <a:schemeClr val="tx1"/>
                </a:solidFill>
                <a:latin typeface="+mj-lt"/>
                <a:ea typeface="+mj-ea"/>
                <a:cs typeface="+mj-cs"/>
              </a:rPr>
              <a:t>Dogs' Ability to Form Strong Bonds with Humans</a:t>
            </a:r>
          </a:p>
        </p:txBody>
      </p:sp>
      <p:sp>
        <p:nvSpPr>
          <p:cNvPr id="4" name="Content Placeholder 3">
            <a:extLst>
              <a:ext uri="{FF2B5EF4-FFF2-40B4-BE49-F238E27FC236}">
                <a16:creationId xmlns:a16="http://schemas.microsoft.com/office/drawing/2014/main" id="{CE2E16A9-2A5D-3D57-09FD-2579553E5A7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Emotional Bonds</a:t>
            </a:r>
          </a:p>
          <a:p>
            <a:pPr marL="0" lvl="1" indent="0">
              <a:buNone/>
            </a:pPr>
            <a:r>
              <a:rPr lang="en-US" sz="1400"/>
              <a:t>Dogs possess an extraordinary skill to form deep emotional bonds with humans, enhancing companionship and trust.</a:t>
            </a:r>
          </a:p>
          <a:p>
            <a:pPr marL="0" indent="0">
              <a:spcBef>
                <a:spcPts val="2500"/>
              </a:spcBef>
              <a:buNone/>
            </a:pPr>
            <a:r>
              <a:rPr lang="en-US" sz="1400" b="1"/>
              <a:t>Mutual Trust</a:t>
            </a:r>
          </a:p>
          <a:p>
            <a:pPr marL="0" lvl="1" indent="0">
              <a:buNone/>
            </a:pPr>
            <a:r>
              <a:rPr lang="en-US" sz="1400"/>
              <a:t>The bond between dogs and humans fosters a strong sense of mutual trust, making them loyal companions.</a:t>
            </a:r>
          </a:p>
        </p:txBody>
      </p:sp>
    </p:spTree>
    <p:extLst>
      <p:ext uri="{BB962C8B-B14F-4D97-AF65-F5344CB8AC3E}">
        <p14:creationId xmlns:p14="http://schemas.microsoft.com/office/powerpoint/2010/main" val="6957000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7F991DA-40E9-D45F-DF86-5008A0DBC0FA}"/>
              </a:ext>
            </a:extLst>
          </p:cNvPr>
          <p:cNvSpPr>
            <a:spLocks noGrp="1"/>
          </p:cNvSpPr>
          <p:nvPr>
            <p:ph type="ctrTitle"/>
          </p:nvPr>
        </p:nvSpPr>
        <p:spPr>
          <a:xfrm>
            <a:off x="277091" y="1814321"/>
            <a:ext cx="7772400" cy="4560920"/>
          </a:xfrm>
        </p:spPr>
        <p:txBody>
          <a:bodyPr anchor="b">
            <a:normAutofit/>
          </a:bodyPr>
          <a:lstStyle/>
          <a:p>
            <a:pPr algn="l"/>
            <a:r>
              <a:rPr lang="en-US" sz="7400"/>
              <a:t>Training and Behavior</a:t>
            </a:r>
          </a:p>
        </p:txBody>
      </p:sp>
    </p:spTree>
    <p:extLst>
      <p:ext uri="{BB962C8B-B14F-4D97-AF65-F5344CB8AC3E}">
        <p14:creationId xmlns:p14="http://schemas.microsoft.com/office/powerpoint/2010/main" val="42704654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og walk: small mixed breed dog gets a treat">
            <a:extLst>
              <a:ext uri="{FF2B5EF4-FFF2-40B4-BE49-F238E27FC236}">
                <a16:creationId xmlns:a16="http://schemas.microsoft.com/office/drawing/2014/main" id="{B5E97D28-3891-4129-8A87-742C259192A5}"/>
              </a:ext>
            </a:extLst>
          </p:cNvPr>
          <p:cNvPicPr>
            <a:picLocks noGrp="1" noChangeAspect="1"/>
          </p:cNvPicPr>
          <p:nvPr>
            <p:ph sz="half" idx="1"/>
          </p:nvPr>
        </p:nvPicPr>
        <p:blipFill>
          <a:blip r:embed="rId3"/>
          <a:srcRect l="16578" r="35629" b="-1"/>
          <a:stretch/>
        </p:blipFill>
        <p:spPr>
          <a:xfrm>
            <a:off x="20" y="10"/>
            <a:ext cx="4910308" cy="6857990"/>
          </a:xfrm>
          <a:prstGeom prst="rect">
            <a:avLst/>
          </a:prstGeom>
        </p:spPr>
      </p:pic>
      <p:sp>
        <p:nvSpPr>
          <p:cNvPr id="2" name="Title 1">
            <a:extLst>
              <a:ext uri="{FF2B5EF4-FFF2-40B4-BE49-F238E27FC236}">
                <a16:creationId xmlns:a16="http://schemas.microsoft.com/office/drawing/2014/main" id="{7518A5C7-2771-E825-5EAD-E9120638ABB7}"/>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Ease of Training Dogs</a:t>
            </a:r>
          </a:p>
        </p:txBody>
      </p:sp>
      <p:sp>
        <p:nvSpPr>
          <p:cNvPr id="4" name="Content Placeholder 3">
            <a:extLst>
              <a:ext uri="{FF2B5EF4-FFF2-40B4-BE49-F238E27FC236}">
                <a16:creationId xmlns:a16="http://schemas.microsoft.com/office/drawing/2014/main" id="{BBF5C9F2-CC27-A8A8-D039-A0944ED3C09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Eager to Please</a:t>
            </a:r>
          </a:p>
          <a:p>
            <a:pPr marL="0" lvl="1" indent="0">
              <a:buNone/>
            </a:pPr>
            <a:r>
              <a:rPr lang="en-US" sz="1400"/>
              <a:t>Dogs have an innate desire to please their owners, which significantly enhances their training experience.</a:t>
            </a:r>
          </a:p>
          <a:p>
            <a:pPr marL="0" indent="0">
              <a:spcBef>
                <a:spcPts val="2500"/>
              </a:spcBef>
              <a:buNone/>
            </a:pPr>
            <a:r>
              <a:rPr lang="en-US" sz="1400" b="1"/>
              <a:t>Better Obedience</a:t>
            </a:r>
          </a:p>
          <a:p>
            <a:pPr marL="0" lvl="1" indent="0">
              <a:buNone/>
            </a:pPr>
            <a:r>
              <a:rPr lang="en-US" sz="1400"/>
              <a:t>Due to their eagerness, dogs tend to show better obedience and responsiveness to commands in various situations.</a:t>
            </a:r>
          </a:p>
          <a:p>
            <a:pPr marL="0" indent="0">
              <a:spcBef>
                <a:spcPts val="2500"/>
              </a:spcBef>
              <a:buNone/>
            </a:pPr>
            <a:r>
              <a:rPr lang="en-US" sz="1400" b="1"/>
              <a:t>Positive Behavior</a:t>
            </a:r>
          </a:p>
          <a:p>
            <a:pPr marL="0" lvl="1" indent="0">
              <a:buNone/>
            </a:pPr>
            <a:r>
              <a:rPr lang="en-US" sz="1400"/>
              <a:t>Training helps dogs display positive behavior, leading to harmonious interactions in different environments.</a:t>
            </a:r>
          </a:p>
        </p:txBody>
      </p:sp>
    </p:spTree>
    <p:extLst>
      <p:ext uri="{BB962C8B-B14F-4D97-AF65-F5344CB8AC3E}">
        <p14:creationId xmlns:p14="http://schemas.microsoft.com/office/powerpoint/2010/main" val="11621685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Everyday of small business female owner">
            <a:extLst>
              <a:ext uri="{FF2B5EF4-FFF2-40B4-BE49-F238E27FC236}">
                <a16:creationId xmlns:a16="http://schemas.microsoft.com/office/drawing/2014/main" id="{C85F1686-6F9D-4930-A124-F38B283823D4}"/>
              </a:ext>
            </a:extLst>
          </p:cNvPr>
          <p:cNvPicPr>
            <a:picLocks noGrp="1" noChangeAspect="1"/>
          </p:cNvPicPr>
          <p:nvPr>
            <p:ph sz="half" idx="1"/>
          </p:nvPr>
        </p:nvPicPr>
        <p:blipFill>
          <a:blip r:embed="rId3"/>
          <a:srcRect l="11806" r="41023"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00A75350-D7D6-F2D5-7635-A44CEDFC7F13}"/>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Obedience and Predictability</a:t>
            </a:r>
          </a:p>
        </p:txBody>
      </p:sp>
      <p:sp>
        <p:nvSpPr>
          <p:cNvPr id="4" name="Content Placeholder 3">
            <a:extLst>
              <a:ext uri="{FF2B5EF4-FFF2-40B4-BE49-F238E27FC236}">
                <a16:creationId xmlns:a16="http://schemas.microsoft.com/office/drawing/2014/main" id="{AD2EF0DD-EEE9-8124-5E28-607411D7DF0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Easier Management</a:t>
            </a:r>
          </a:p>
          <a:p>
            <a:pPr marL="0" lvl="1" indent="0">
              <a:buNone/>
            </a:pPr>
            <a:r>
              <a:rPr lang="en-US" sz="1400"/>
              <a:t>The predictable behavior of dogs allows for easier management and training, making them ideal companions.</a:t>
            </a:r>
          </a:p>
          <a:p>
            <a:pPr marL="0" indent="0">
              <a:spcBef>
                <a:spcPts val="2500"/>
              </a:spcBef>
              <a:buNone/>
            </a:pPr>
            <a:r>
              <a:rPr lang="en-US" sz="1400" b="1"/>
              <a:t>Willingness to Learn</a:t>
            </a:r>
          </a:p>
          <a:p>
            <a:pPr marL="0" lvl="1" indent="0">
              <a:buNone/>
            </a:pPr>
            <a:r>
              <a:rPr lang="en-US" sz="1400"/>
              <a:t>Dogs' eagerness to learn commands enhances their ability to follow rules, contributing to a safe environment.</a:t>
            </a:r>
          </a:p>
          <a:p>
            <a:pPr marL="0" indent="0">
              <a:spcBef>
                <a:spcPts val="2500"/>
              </a:spcBef>
              <a:buNone/>
            </a:pPr>
            <a:r>
              <a:rPr lang="en-US" sz="1400" b="1"/>
              <a:t>Safety and Harmony</a:t>
            </a:r>
          </a:p>
          <a:p>
            <a:pPr marL="0" lvl="1" indent="0">
              <a:buNone/>
            </a:pPr>
            <a:r>
              <a:rPr lang="en-US" sz="1400"/>
              <a:t>Obedient dogs foster a harmonious home environment, enhancing safety for both pets and people.</a:t>
            </a:r>
          </a:p>
        </p:txBody>
      </p:sp>
    </p:spTree>
    <p:extLst>
      <p:ext uri="{BB962C8B-B14F-4D97-AF65-F5344CB8AC3E}">
        <p14:creationId xmlns:p14="http://schemas.microsoft.com/office/powerpoint/2010/main" val="1529636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erson in a wheelchair is playing with dogs">
            <a:extLst>
              <a:ext uri="{FF2B5EF4-FFF2-40B4-BE49-F238E27FC236}">
                <a16:creationId xmlns:a16="http://schemas.microsoft.com/office/drawing/2014/main" id="{DAC7CDAF-27AE-40BF-AD51-F23E00791A76}"/>
              </a:ext>
            </a:extLst>
          </p:cNvPr>
          <p:cNvPicPr>
            <a:picLocks noGrp="1" noChangeAspect="1"/>
          </p:cNvPicPr>
          <p:nvPr>
            <p:ph sz="half" idx="1"/>
          </p:nvPr>
        </p:nvPicPr>
        <p:blipFill>
          <a:blip r:embed="rId3"/>
          <a:srcRect l="26877" r="13874"/>
          <a:stretch/>
        </p:blipFill>
        <p:spPr>
          <a:xfrm>
            <a:off x="20" y="10"/>
            <a:ext cx="4910308" cy="6857990"/>
          </a:xfrm>
          <a:prstGeom prst="rect">
            <a:avLst/>
          </a:prstGeom>
        </p:spPr>
      </p:pic>
      <p:sp>
        <p:nvSpPr>
          <p:cNvPr id="2" name="Title 1">
            <a:extLst>
              <a:ext uri="{FF2B5EF4-FFF2-40B4-BE49-F238E27FC236}">
                <a16:creationId xmlns:a16="http://schemas.microsoft.com/office/drawing/2014/main" id="{3EE3E9B3-6187-89DB-82F0-C9F546F8E52A}"/>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Service and Working Dogs: Roles and Responsibilities</a:t>
            </a:r>
          </a:p>
        </p:txBody>
      </p:sp>
      <p:sp>
        <p:nvSpPr>
          <p:cNvPr id="4" name="Content Placeholder 3">
            <a:extLst>
              <a:ext uri="{FF2B5EF4-FFF2-40B4-BE49-F238E27FC236}">
                <a16:creationId xmlns:a16="http://schemas.microsoft.com/office/drawing/2014/main" id="{D993BEFA-E3FE-05F7-F7D3-97608418240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Service Animals</a:t>
            </a:r>
          </a:p>
          <a:p>
            <a:pPr marL="0" lvl="1" indent="0">
              <a:buNone/>
            </a:pPr>
            <a:r>
              <a:rPr lang="en-US" sz="1400"/>
              <a:t>Service dogs assist individuals with disabilities, providing essential support and improving their quality of life.</a:t>
            </a:r>
          </a:p>
          <a:p>
            <a:pPr marL="0" indent="0">
              <a:spcBef>
                <a:spcPts val="2500"/>
              </a:spcBef>
              <a:buNone/>
            </a:pPr>
            <a:r>
              <a:rPr lang="en-US" sz="1400" b="1"/>
              <a:t>Therapy Dogs</a:t>
            </a:r>
          </a:p>
          <a:p>
            <a:pPr marL="0" lvl="1" indent="0">
              <a:buNone/>
            </a:pPr>
            <a:r>
              <a:rPr lang="en-US" sz="1400"/>
              <a:t>Therapy dogs provide comfort and emotional support in hospitals, schools, and during traumatic events, promoting healing and well-being.</a:t>
            </a:r>
          </a:p>
          <a:p>
            <a:pPr marL="0" indent="0">
              <a:spcBef>
                <a:spcPts val="2500"/>
              </a:spcBef>
              <a:buNone/>
            </a:pPr>
            <a:r>
              <a:rPr lang="en-US" sz="1400" b="1"/>
              <a:t>Working Dogs</a:t>
            </a:r>
          </a:p>
          <a:p>
            <a:pPr marL="0" lvl="1" indent="0">
              <a:buNone/>
            </a:pPr>
            <a:r>
              <a:rPr lang="en-US" sz="1400"/>
              <a:t>Working dogs perform specific tasks such as search and rescue, detection of substances, and herding, showcasing their intelligence and training.</a:t>
            </a:r>
          </a:p>
        </p:txBody>
      </p:sp>
    </p:spTree>
    <p:extLst>
      <p:ext uri="{BB962C8B-B14F-4D97-AF65-F5344CB8AC3E}">
        <p14:creationId xmlns:p14="http://schemas.microsoft.com/office/powerpoint/2010/main" val="37843947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A6E90F4-B5F8-CEE9-65F8-362301186F73}"/>
              </a:ext>
            </a:extLst>
          </p:cNvPr>
          <p:cNvSpPr>
            <a:spLocks noGrp="1"/>
          </p:cNvSpPr>
          <p:nvPr>
            <p:ph type="ctrTitle"/>
          </p:nvPr>
        </p:nvSpPr>
        <p:spPr>
          <a:xfrm>
            <a:off x="277091" y="1814321"/>
            <a:ext cx="7772400" cy="4560920"/>
          </a:xfrm>
        </p:spPr>
        <p:txBody>
          <a:bodyPr anchor="b">
            <a:normAutofit/>
          </a:bodyPr>
          <a:lstStyle/>
          <a:p>
            <a:pPr algn="l"/>
            <a:r>
              <a:rPr lang="en-US" sz="7400"/>
              <a:t>Hero Dogs in Movies Vs. Hero Cats in Movies</a:t>
            </a:r>
          </a:p>
        </p:txBody>
      </p:sp>
    </p:spTree>
    <p:extLst>
      <p:ext uri="{BB962C8B-B14F-4D97-AF65-F5344CB8AC3E}">
        <p14:creationId xmlns:p14="http://schemas.microsoft.com/office/powerpoint/2010/main" val="110589951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wo cute stray dogs playing in park at sunset.">
            <a:extLst>
              <a:ext uri="{FF2B5EF4-FFF2-40B4-BE49-F238E27FC236}">
                <a16:creationId xmlns:a16="http://schemas.microsoft.com/office/drawing/2014/main" id="{7DCE0A1C-05EC-4A7B-94B5-C30E23E62094}"/>
              </a:ext>
            </a:extLst>
          </p:cNvPr>
          <p:cNvPicPr>
            <a:picLocks noGrp="1" noChangeAspect="1"/>
          </p:cNvPicPr>
          <p:nvPr>
            <p:ph sz="half" idx="1"/>
          </p:nvPr>
        </p:nvPicPr>
        <p:blipFill>
          <a:blip r:embed="rId3"/>
          <a:srcRect l="34613" r="18217"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2420D4EC-A1B6-EE3E-FFB6-9C6D798D6878}"/>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Popularity of Hero Dogs in Cinema</a:t>
            </a:r>
          </a:p>
        </p:txBody>
      </p:sp>
      <p:sp>
        <p:nvSpPr>
          <p:cNvPr id="4" name="Content Placeholder 3">
            <a:extLst>
              <a:ext uri="{FF2B5EF4-FFF2-40B4-BE49-F238E27FC236}">
                <a16:creationId xmlns:a16="http://schemas.microsoft.com/office/drawing/2014/main" id="{E7F9B2F2-63AD-AA5F-3CB5-91C9CBE3A48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Loyal Companions</a:t>
            </a:r>
          </a:p>
          <a:p>
            <a:pPr marL="0" lvl="1" indent="0">
              <a:buNone/>
            </a:pPr>
            <a:r>
              <a:rPr lang="en-US" sz="1400"/>
              <a:t>Hero dogs are often portrayed as loyal companions, standing by their human friends in times of need.</a:t>
            </a:r>
          </a:p>
          <a:p>
            <a:pPr marL="0" indent="0">
              <a:spcBef>
                <a:spcPts val="2500"/>
              </a:spcBef>
              <a:buNone/>
            </a:pPr>
            <a:r>
              <a:rPr lang="en-US" sz="1400" b="1"/>
              <a:t>Bravery and Adventure</a:t>
            </a:r>
          </a:p>
          <a:p>
            <a:pPr marL="0" lvl="1" indent="0">
              <a:buNone/>
            </a:pPr>
            <a:r>
              <a:rPr lang="en-US" sz="1400"/>
              <a:t>These dogs undertake daring adventures, showcasing their bravery and determination to save the day.</a:t>
            </a:r>
          </a:p>
          <a:p>
            <a:pPr marL="0" indent="0">
              <a:spcBef>
                <a:spcPts val="2500"/>
              </a:spcBef>
              <a:buNone/>
            </a:pPr>
            <a:r>
              <a:rPr lang="en-US" sz="1400" b="1"/>
              <a:t>Emotional Resonance</a:t>
            </a:r>
          </a:p>
          <a:p>
            <a:pPr marL="0" lvl="1" indent="0">
              <a:buNone/>
            </a:pPr>
            <a:r>
              <a:rPr lang="en-US" sz="1400"/>
              <a:t>The stories of hero dogs resonate emotionally with audiences, highlighting themes of courage and friendship.</a:t>
            </a:r>
          </a:p>
        </p:txBody>
      </p:sp>
    </p:spTree>
    <p:extLst>
      <p:ext uri="{BB962C8B-B14F-4D97-AF65-F5344CB8AC3E}">
        <p14:creationId xmlns:p14="http://schemas.microsoft.com/office/powerpoint/2010/main" val="2114326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enior man with grey beard dressed in shabby old clothes and in knitted hat is quatting in front of his dog. The smiling old man is looking at the dog holding dog's paw in hand. The dog (German Shepherd) is standing on its hind legs next to its owner. Shooting in abandoned factory">
            <a:extLst>
              <a:ext uri="{FF2B5EF4-FFF2-40B4-BE49-F238E27FC236}">
                <a16:creationId xmlns:a16="http://schemas.microsoft.com/office/drawing/2014/main" id="{763DAAAB-670F-46CE-B2DE-CA73D023AD64}"/>
              </a:ext>
            </a:extLst>
          </p:cNvPr>
          <p:cNvPicPr>
            <a:picLocks noGrp="1" noChangeAspect="1"/>
          </p:cNvPicPr>
          <p:nvPr>
            <p:ph sz="half" idx="1"/>
          </p:nvPr>
        </p:nvPicPr>
        <p:blipFill>
          <a:blip r:embed="rId3"/>
          <a:srcRect l="20949" r="18908" b="2"/>
          <a:stretch/>
        </p:blipFill>
        <p:spPr>
          <a:xfrm>
            <a:off x="20" y="10"/>
            <a:ext cx="4910308" cy="6857990"/>
          </a:xfrm>
          <a:prstGeom prst="rect">
            <a:avLst/>
          </a:prstGeom>
        </p:spPr>
      </p:pic>
      <p:sp>
        <p:nvSpPr>
          <p:cNvPr id="2" name="Title 1">
            <a:extLst>
              <a:ext uri="{FF2B5EF4-FFF2-40B4-BE49-F238E27FC236}">
                <a16:creationId xmlns:a16="http://schemas.microsoft.com/office/drawing/2014/main" id="{48534AC6-6B2F-0DD7-B7E6-98F81D50D1F9}"/>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Iconic Hero Dog Movies</a:t>
            </a:r>
          </a:p>
        </p:txBody>
      </p:sp>
      <p:sp>
        <p:nvSpPr>
          <p:cNvPr id="4" name="Content Placeholder 3">
            <a:extLst>
              <a:ext uri="{FF2B5EF4-FFF2-40B4-BE49-F238E27FC236}">
                <a16:creationId xmlns:a16="http://schemas.microsoft.com/office/drawing/2014/main" id="{9CA6CC2E-472D-4998-E8FA-31EF8F06CA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Lassie's Legacy</a:t>
            </a:r>
          </a:p>
          <a:p>
            <a:pPr marL="0" lvl="1" indent="0">
              <a:buNone/>
            </a:pPr>
            <a:r>
              <a:rPr lang="en-US" sz="1400"/>
              <a:t>The movie 'Lassie' portrays the adventures of a heroic collie, emphasizing loyalty and bravery in the face of challenges.</a:t>
            </a:r>
          </a:p>
          <a:p>
            <a:pPr marL="0" indent="0">
              <a:spcBef>
                <a:spcPts val="2500"/>
              </a:spcBef>
              <a:buNone/>
            </a:pPr>
            <a:r>
              <a:rPr lang="en-US" sz="1400" b="1"/>
              <a:t>Hachi's Story</a:t>
            </a:r>
          </a:p>
          <a:p>
            <a:pPr marL="0" lvl="1" indent="0">
              <a:buNone/>
            </a:pPr>
            <a:r>
              <a:rPr lang="en-US" sz="1400"/>
              <a:t>'Hachi: A Dog's Tale' highlights the unwavering loyalty of a dog, showcasing its emotional bond with its owner.</a:t>
            </a:r>
          </a:p>
          <a:p>
            <a:pPr marL="0" indent="0">
              <a:spcBef>
                <a:spcPts val="2500"/>
              </a:spcBef>
              <a:buNone/>
            </a:pPr>
            <a:r>
              <a:rPr lang="en-US" sz="1400" b="1"/>
              <a:t>Celebration of Canine Valor</a:t>
            </a:r>
          </a:p>
          <a:p>
            <a:pPr marL="0" lvl="1" indent="0">
              <a:buNone/>
            </a:pPr>
            <a:r>
              <a:rPr lang="en-US" sz="1400"/>
              <a:t>These movies celebrate the unique bond between dogs and humans, capturing their courage and devotion.</a:t>
            </a:r>
          </a:p>
        </p:txBody>
      </p:sp>
    </p:spTree>
    <p:extLst>
      <p:ext uri="{BB962C8B-B14F-4D97-AF65-F5344CB8AC3E}">
        <p14:creationId xmlns:p14="http://schemas.microsoft.com/office/powerpoint/2010/main" val="4186652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09F2A39-91F1-5B9D-7F36-89F34F6669B6}"/>
              </a:ext>
            </a:extLst>
          </p:cNvPr>
          <p:cNvSpPr>
            <a:spLocks noGrp="1"/>
          </p:cNvSpPr>
          <p:nvPr>
            <p:ph type="title"/>
          </p:nvPr>
        </p:nvSpPr>
        <p:spPr>
          <a:xfrm>
            <a:off x="614679" y="548639"/>
            <a:ext cx="3977640" cy="5719640"/>
          </a:xfrm>
        </p:spPr>
        <p:txBody>
          <a:bodyPr anchor="t">
            <a:normAutofit/>
          </a:bodyPr>
          <a:lstStyle/>
          <a:p>
            <a:r>
              <a:rPr lang="en-US"/>
              <a:t>Comparative Analysis: Hero Dogs Vs. Hero Cats</a:t>
            </a:r>
          </a:p>
        </p:txBody>
      </p:sp>
      <p:graphicFrame>
        <p:nvGraphicFramePr>
          <p:cNvPr id="4" name="Content Placeholder 3">
            <a:extLst>
              <a:ext uri="{FF2B5EF4-FFF2-40B4-BE49-F238E27FC236}">
                <a16:creationId xmlns:a16="http://schemas.microsoft.com/office/drawing/2014/main" id="{1ABE6EFC-16FB-48A1-9C25-BB0071D5E6A1}"/>
              </a:ext>
            </a:extLst>
          </p:cNvPr>
          <p:cNvGraphicFramePr>
            <a:graphicFrameLocks noGrp="1"/>
          </p:cNvGraphicFramePr>
          <p:nvPr>
            <p:ph idx="1"/>
            <p:extLst>
              <p:ext uri="{D42A27DB-BD31-4B8C-83A1-F6EECF244321}">
                <p14:modId xmlns:p14="http://schemas.microsoft.com/office/powerpoint/2010/main" val="67473441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379704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13726D2-64B6-397D-6128-745B0D8F8A11}"/>
              </a:ext>
            </a:extLst>
          </p:cNvPr>
          <p:cNvSpPr>
            <a:spLocks noGrp="1"/>
          </p:cNvSpPr>
          <p:nvPr>
            <p:ph type="ctrTitle"/>
          </p:nvPr>
        </p:nvSpPr>
        <p:spPr>
          <a:xfrm>
            <a:off x="277091" y="1814321"/>
            <a:ext cx="7772400" cy="4560920"/>
          </a:xfrm>
        </p:spPr>
        <p:txBody>
          <a:bodyPr anchor="b">
            <a:normAutofit/>
          </a:bodyPr>
          <a:lstStyle/>
          <a:p>
            <a:pPr algn="l"/>
            <a:r>
              <a:rPr lang="en-US" sz="7400"/>
              <a:t>Health and Exercise Benefits</a:t>
            </a:r>
          </a:p>
        </p:txBody>
      </p:sp>
    </p:spTree>
    <p:extLst>
      <p:ext uri="{BB962C8B-B14F-4D97-AF65-F5344CB8AC3E}">
        <p14:creationId xmlns:p14="http://schemas.microsoft.com/office/powerpoint/2010/main" val="4210071230"/>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Young Women's Jogging with Dod">
            <a:extLst>
              <a:ext uri="{FF2B5EF4-FFF2-40B4-BE49-F238E27FC236}">
                <a16:creationId xmlns:a16="http://schemas.microsoft.com/office/drawing/2014/main" id="{C358F858-0BFE-4A55-80A5-B895DFE91D12}"/>
              </a:ext>
            </a:extLst>
          </p:cNvPr>
          <p:cNvPicPr>
            <a:picLocks noGrp="1" noChangeAspect="1"/>
          </p:cNvPicPr>
          <p:nvPr>
            <p:ph sz="half" idx="1"/>
          </p:nvPr>
        </p:nvPicPr>
        <p:blipFill>
          <a:blip r:embed="rId3"/>
          <a:srcRect l="17607" r="20359"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AD53FD9F-AB08-0A19-F1AB-4FEB6B67641E}"/>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Dogs Encourage Physical Activity</a:t>
            </a:r>
          </a:p>
        </p:txBody>
      </p:sp>
      <p:sp>
        <p:nvSpPr>
          <p:cNvPr id="4" name="Content Placeholder 3">
            <a:extLst>
              <a:ext uri="{FF2B5EF4-FFF2-40B4-BE49-F238E27FC236}">
                <a16:creationId xmlns:a16="http://schemas.microsoft.com/office/drawing/2014/main" id="{65DAEA2D-C2A1-9955-5D7B-A392FBE4CD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Regular Walks</a:t>
            </a:r>
          </a:p>
          <a:p>
            <a:pPr marL="0" lvl="1" indent="0">
              <a:buNone/>
            </a:pPr>
            <a:r>
              <a:rPr lang="en-US" sz="1400"/>
              <a:t>Taking dogs for regular walks encourages owners to increase their physical activity levels, promoting a healthier lifestyle.</a:t>
            </a:r>
          </a:p>
          <a:p>
            <a:pPr marL="0" indent="0">
              <a:spcBef>
                <a:spcPts val="2500"/>
              </a:spcBef>
              <a:buNone/>
            </a:pPr>
            <a:r>
              <a:rPr lang="en-US" sz="1400" b="1"/>
              <a:t>Health Benefits</a:t>
            </a:r>
          </a:p>
          <a:p>
            <a:pPr marL="0" lvl="1" indent="0">
              <a:buNone/>
            </a:pPr>
            <a:r>
              <a:rPr lang="en-US" sz="1400"/>
              <a:t>Engaging in regular walks with dogs can lead to improved cardiovascular health and overall fitness for both pets and their owners.</a:t>
            </a:r>
          </a:p>
        </p:txBody>
      </p:sp>
    </p:spTree>
    <p:extLst>
      <p:ext uri="{BB962C8B-B14F-4D97-AF65-F5344CB8AC3E}">
        <p14:creationId xmlns:p14="http://schemas.microsoft.com/office/powerpoint/2010/main" val="3358609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Young woman hugs golden retriever puppy">
            <a:extLst>
              <a:ext uri="{FF2B5EF4-FFF2-40B4-BE49-F238E27FC236}">
                <a16:creationId xmlns:a16="http://schemas.microsoft.com/office/drawing/2014/main" id="{1488D5A2-8401-4F14-AD38-4266969747CA}"/>
              </a:ext>
            </a:extLst>
          </p:cNvPr>
          <p:cNvPicPr>
            <a:picLocks noGrp="1" noChangeAspect="1"/>
          </p:cNvPicPr>
          <p:nvPr>
            <p:ph sz="half" idx="1"/>
          </p:nvPr>
        </p:nvPicPr>
        <p:blipFill>
          <a:blip r:embed="rId3"/>
          <a:srcRect l="15604" r="36602" b="-1"/>
          <a:stretch/>
        </p:blipFill>
        <p:spPr>
          <a:xfrm>
            <a:off x="20" y="10"/>
            <a:ext cx="4910308" cy="6857990"/>
          </a:xfrm>
          <a:prstGeom prst="rect">
            <a:avLst/>
          </a:prstGeom>
        </p:spPr>
      </p:pic>
      <p:sp>
        <p:nvSpPr>
          <p:cNvPr id="2" name="Title 1">
            <a:extLst>
              <a:ext uri="{FF2B5EF4-FFF2-40B4-BE49-F238E27FC236}">
                <a16:creationId xmlns:a16="http://schemas.microsoft.com/office/drawing/2014/main" id="{28331F91-7155-C8AE-E290-E564BB3A4120}"/>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Therapeutic Benefits of Dog Ownership</a:t>
            </a:r>
          </a:p>
        </p:txBody>
      </p:sp>
      <p:sp>
        <p:nvSpPr>
          <p:cNvPr id="4" name="Content Placeholder 3">
            <a:extLst>
              <a:ext uri="{FF2B5EF4-FFF2-40B4-BE49-F238E27FC236}">
                <a16:creationId xmlns:a16="http://schemas.microsoft.com/office/drawing/2014/main" id="{92010F80-EAE2-C97F-1D00-F0F441863D1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Stress Reduction</a:t>
            </a:r>
          </a:p>
          <a:p>
            <a:pPr marL="0" lvl="1" indent="0">
              <a:buNone/>
            </a:pPr>
            <a:r>
              <a:rPr lang="en-US" sz="1400"/>
              <a:t>Owning a dog has been shown to lower stress levels, contributing to overall mental health and well-being.</a:t>
            </a:r>
          </a:p>
          <a:p>
            <a:pPr marL="0" indent="0">
              <a:spcBef>
                <a:spcPts val="2500"/>
              </a:spcBef>
              <a:buNone/>
            </a:pPr>
            <a:r>
              <a:rPr lang="en-US" sz="1400" b="1"/>
              <a:t>Improved Mood</a:t>
            </a:r>
          </a:p>
          <a:p>
            <a:pPr marL="0" lvl="1" indent="0">
              <a:buNone/>
            </a:pPr>
            <a:r>
              <a:rPr lang="en-US" sz="1400"/>
              <a:t>The companionship of a dog can enhance mood and provide emotional support, leading to greater happiness.</a:t>
            </a:r>
          </a:p>
          <a:p>
            <a:pPr marL="0" indent="0">
              <a:spcBef>
                <a:spcPts val="2500"/>
              </a:spcBef>
              <a:buNone/>
            </a:pPr>
            <a:r>
              <a:rPr lang="en-US" sz="1400" b="1"/>
              <a:t>Combatting Loneliness</a:t>
            </a:r>
          </a:p>
          <a:p>
            <a:pPr marL="0" lvl="1" indent="0">
              <a:buNone/>
            </a:pPr>
            <a:r>
              <a:rPr lang="en-US" sz="1400"/>
              <a:t>Having a dog can significantly reduce feelings of loneliness and provide a sense of purpose.</a:t>
            </a:r>
          </a:p>
        </p:txBody>
      </p:sp>
    </p:spTree>
    <p:extLst>
      <p:ext uri="{BB962C8B-B14F-4D97-AF65-F5344CB8AC3E}">
        <p14:creationId xmlns:p14="http://schemas.microsoft.com/office/powerpoint/2010/main" val="1147341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ick at home">
            <a:extLst>
              <a:ext uri="{FF2B5EF4-FFF2-40B4-BE49-F238E27FC236}">
                <a16:creationId xmlns:a16="http://schemas.microsoft.com/office/drawing/2014/main" id="{7A5C379C-0871-4F3F-B50F-8F8791906338}"/>
              </a:ext>
            </a:extLst>
          </p:cNvPr>
          <p:cNvPicPr>
            <a:picLocks noGrp="1" noChangeAspect="1"/>
          </p:cNvPicPr>
          <p:nvPr>
            <p:ph sz="half" idx="1"/>
          </p:nvPr>
        </p:nvPicPr>
        <p:blipFill>
          <a:blip r:embed="rId3"/>
          <a:srcRect l="22763" r="29443" b="-1"/>
          <a:stretch/>
        </p:blipFill>
        <p:spPr>
          <a:xfrm>
            <a:off x="20" y="10"/>
            <a:ext cx="4910308" cy="6857990"/>
          </a:xfrm>
          <a:prstGeom prst="rect">
            <a:avLst/>
          </a:prstGeom>
        </p:spPr>
      </p:pic>
      <p:sp>
        <p:nvSpPr>
          <p:cNvPr id="2" name="Title 1">
            <a:extLst>
              <a:ext uri="{FF2B5EF4-FFF2-40B4-BE49-F238E27FC236}">
                <a16:creationId xmlns:a16="http://schemas.microsoft.com/office/drawing/2014/main" id="{6A92A205-3775-9C9B-E4C7-55A57D517880}"/>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Mental Health Advantages</a:t>
            </a:r>
          </a:p>
        </p:txBody>
      </p:sp>
      <p:sp>
        <p:nvSpPr>
          <p:cNvPr id="4" name="Content Placeholder 3">
            <a:extLst>
              <a:ext uri="{FF2B5EF4-FFF2-40B4-BE49-F238E27FC236}">
                <a16:creationId xmlns:a16="http://schemas.microsoft.com/office/drawing/2014/main" id="{6C0D8F75-5809-0295-D8AE-2624C433686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Companionship</a:t>
            </a:r>
          </a:p>
          <a:p>
            <a:pPr marL="0" lvl="1" indent="0">
              <a:buNone/>
            </a:pPr>
            <a:r>
              <a:rPr lang="en-US" sz="1400"/>
              <a:t>Owning a dog provides companionship, which can alleviate feelings of loneliness and isolation.</a:t>
            </a:r>
          </a:p>
          <a:p>
            <a:pPr marL="0" indent="0">
              <a:spcBef>
                <a:spcPts val="2500"/>
              </a:spcBef>
              <a:buNone/>
            </a:pPr>
            <a:r>
              <a:rPr lang="en-US" sz="1400" b="1"/>
              <a:t>Reducing Anxiety</a:t>
            </a:r>
          </a:p>
          <a:p>
            <a:pPr marL="0" lvl="1" indent="0">
              <a:buNone/>
            </a:pPr>
            <a:r>
              <a:rPr lang="en-US" sz="1400"/>
              <a:t>Dogs can help reduce anxiety levels through their playful nature and the calming effect they have on their owners.</a:t>
            </a:r>
          </a:p>
          <a:p>
            <a:pPr marL="0" indent="0">
              <a:spcBef>
                <a:spcPts val="2500"/>
              </a:spcBef>
              <a:buNone/>
            </a:pPr>
            <a:r>
              <a:rPr lang="en-US" sz="1400" b="1"/>
              <a:t>Combating Depression</a:t>
            </a:r>
          </a:p>
          <a:p>
            <a:pPr marL="0" lvl="1" indent="0">
              <a:buNone/>
            </a:pPr>
            <a:r>
              <a:rPr lang="en-US" sz="1400"/>
              <a:t>The affection and interaction provided by dogs can play a significant role in combating depression and improving overall mood.</a:t>
            </a:r>
          </a:p>
        </p:txBody>
      </p:sp>
    </p:spTree>
    <p:extLst>
      <p:ext uri="{BB962C8B-B14F-4D97-AF65-F5344CB8AC3E}">
        <p14:creationId xmlns:p14="http://schemas.microsoft.com/office/powerpoint/2010/main" val="16920932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ile of bone-shaped pet treats">
            <a:extLst>
              <a:ext uri="{FF2B5EF4-FFF2-40B4-BE49-F238E27FC236}">
                <a16:creationId xmlns:a16="http://schemas.microsoft.com/office/drawing/2014/main" id="{5F605B48-A85C-40BE-AE28-83FB9631CB44}"/>
              </a:ext>
            </a:extLst>
          </p:cNvPr>
          <p:cNvPicPr>
            <a:picLocks noGrp="1" noChangeAspect="1"/>
          </p:cNvPicPr>
          <p:nvPr>
            <p:ph sz="half" idx="1"/>
          </p:nvPr>
        </p:nvPicPr>
        <p:blipFill>
          <a:blip r:embed="rId3"/>
          <a:srcRect l="10627" r="27339"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58227B53-B301-D1FD-F93D-F5C0E2CD15D2}"/>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sz="3300" b="1" kern="1200">
                <a:solidFill>
                  <a:schemeClr val="tx1"/>
                </a:solidFill>
                <a:latin typeface="+mj-lt"/>
                <a:ea typeface="+mj-ea"/>
                <a:cs typeface="+mj-cs"/>
              </a:rPr>
              <a:t>Cost Comparison: Dog Food vs. Cat Food</a:t>
            </a:r>
          </a:p>
        </p:txBody>
      </p:sp>
      <p:sp>
        <p:nvSpPr>
          <p:cNvPr id="4" name="Content Placeholder 3">
            <a:extLst>
              <a:ext uri="{FF2B5EF4-FFF2-40B4-BE49-F238E27FC236}">
                <a16:creationId xmlns:a16="http://schemas.microsoft.com/office/drawing/2014/main" id="{8936A6BE-673D-2A29-4DEB-823F356B6787}"/>
              </a:ext>
            </a:extLst>
          </p:cNvPr>
          <p:cNvSpPr>
            <a:spLocks noGrp="1"/>
          </p:cNvSpPr>
          <p:nvPr>
            <p:ph sz="half" idx="2"/>
          </p:nvPr>
        </p:nvSpPr>
        <p:spPr>
          <a:xfrm>
            <a:off x="614679" y="2212848"/>
            <a:ext cx="4361688" cy="4096512"/>
          </a:xfrm>
        </p:spPr>
        <p:txBody>
          <a:bodyPr vert="horz" lIns="91440" tIns="45720" rIns="91440" bIns="45720" rtlCol="0">
            <a:normAutofit/>
          </a:bodyPr>
          <a:lstStyle/>
          <a:p>
            <a:r>
              <a:rPr lang="en-US" sz="1800"/>
              <a:t>Dog food generally costs less than cat food on average.</a:t>
            </a:r>
          </a:p>
          <a:p>
            <a:r>
              <a:rPr lang="en-US" sz="1800"/>
              <a:t>Bulk purchasing options for dog food can lead to additional savings.</a:t>
            </a:r>
          </a:p>
          <a:p>
            <a:r>
              <a:rPr lang="en-US" sz="1800"/>
              <a:t>The ingredients in dog food can sometimes be less expensive than those in cat food.</a:t>
            </a:r>
          </a:p>
        </p:txBody>
      </p:sp>
    </p:spTree>
    <p:extLst>
      <p:ext uri="{BB962C8B-B14F-4D97-AF65-F5344CB8AC3E}">
        <p14:creationId xmlns:p14="http://schemas.microsoft.com/office/powerpoint/2010/main" val="8331759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F191D7-2C06-4D10-7A44-49366311854D}"/>
              </a:ext>
            </a:extLst>
          </p:cNvPr>
          <p:cNvSpPr>
            <a:spLocks noGrp="1"/>
          </p:cNvSpPr>
          <p:nvPr>
            <p:ph type="ctrTitle"/>
          </p:nvPr>
        </p:nvSpPr>
        <p:spPr>
          <a:xfrm>
            <a:off x="277091" y="1814321"/>
            <a:ext cx="7772400" cy="4560920"/>
          </a:xfrm>
        </p:spPr>
        <p:txBody>
          <a:bodyPr anchor="b">
            <a:normAutofit/>
          </a:bodyPr>
          <a:lstStyle/>
          <a:p>
            <a:pPr algn="l"/>
            <a:r>
              <a:rPr lang="en-US" sz="7400"/>
              <a:t>Protection and Security</a:t>
            </a:r>
          </a:p>
        </p:txBody>
      </p:sp>
    </p:spTree>
    <p:extLst>
      <p:ext uri="{BB962C8B-B14F-4D97-AF65-F5344CB8AC3E}">
        <p14:creationId xmlns:p14="http://schemas.microsoft.com/office/powerpoint/2010/main" val="140570121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Zero">
            <a:extLst>
              <a:ext uri="{FF2B5EF4-FFF2-40B4-BE49-F238E27FC236}">
                <a16:creationId xmlns:a16="http://schemas.microsoft.com/office/drawing/2014/main" id="{A4C1AA64-10C0-4DD3-8B9F-216307099FDC}"/>
              </a:ext>
            </a:extLst>
          </p:cNvPr>
          <p:cNvPicPr>
            <a:picLocks noGrp="1" noChangeAspect="1"/>
          </p:cNvPicPr>
          <p:nvPr>
            <p:ph sz="half" idx="1"/>
          </p:nvPr>
        </p:nvPicPr>
        <p:blipFill>
          <a:blip r:embed="rId3"/>
          <a:srcRect l="39255" r="1295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6A8F54C3-0197-BB93-9C62-C7166B2BC64B}"/>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Dogs as Protectors and Guardians</a:t>
            </a:r>
          </a:p>
        </p:txBody>
      </p:sp>
      <p:sp>
        <p:nvSpPr>
          <p:cNvPr id="4" name="Content Placeholder 3">
            <a:extLst>
              <a:ext uri="{FF2B5EF4-FFF2-40B4-BE49-F238E27FC236}">
                <a16:creationId xmlns:a16="http://schemas.microsoft.com/office/drawing/2014/main" id="{D3110761-CC59-ED0D-4136-D305C940BD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Protective Instincts</a:t>
            </a:r>
          </a:p>
          <a:p>
            <a:pPr marL="0" lvl="1" indent="0">
              <a:buNone/>
            </a:pPr>
            <a:r>
              <a:rPr lang="en-US" sz="1400"/>
              <a:t>Certain dog breeds possess strong protective instincts, making them natural guardians for families and homes.</a:t>
            </a:r>
          </a:p>
          <a:p>
            <a:pPr marL="0" indent="0">
              <a:spcBef>
                <a:spcPts val="2500"/>
              </a:spcBef>
              <a:buNone/>
            </a:pPr>
            <a:r>
              <a:rPr lang="en-US" sz="1400" b="1"/>
              <a:t>Loyal Companions</a:t>
            </a:r>
          </a:p>
          <a:p>
            <a:pPr marL="0" lvl="1" indent="0">
              <a:buNone/>
            </a:pPr>
            <a:r>
              <a:rPr lang="en-US" sz="1400"/>
              <a:t>Dogs are known for their loyalty, often forming strong bonds with their families and providing unwavering support.</a:t>
            </a:r>
          </a:p>
          <a:p>
            <a:pPr marL="0" indent="0">
              <a:spcBef>
                <a:spcPts val="2500"/>
              </a:spcBef>
              <a:buNone/>
            </a:pPr>
            <a:r>
              <a:rPr lang="en-US" sz="1400" b="1"/>
              <a:t>Deterring Intruders</a:t>
            </a:r>
          </a:p>
          <a:p>
            <a:pPr marL="0" lvl="1" indent="0">
              <a:buNone/>
            </a:pPr>
            <a:r>
              <a:rPr lang="en-US" sz="1400"/>
              <a:t>The mere presence of a dog can deter intruders, providing an added layer of security for homes.</a:t>
            </a:r>
          </a:p>
        </p:txBody>
      </p:sp>
    </p:spTree>
    <p:extLst>
      <p:ext uri="{BB962C8B-B14F-4D97-AF65-F5344CB8AC3E}">
        <p14:creationId xmlns:p14="http://schemas.microsoft.com/office/powerpoint/2010/main" val="23648203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A Belgian Shepherd using a candy straw to drink from a bottle.  ">
            <a:extLst>
              <a:ext uri="{FF2B5EF4-FFF2-40B4-BE49-F238E27FC236}">
                <a16:creationId xmlns:a16="http://schemas.microsoft.com/office/drawing/2014/main" id="{056076AE-4AA0-4E35-BDA8-66E8C5572EB5}"/>
              </a:ext>
            </a:extLst>
          </p:cNvPr>
          <p:cNvPicPr>
            <a:picLocks noGrp="1" noChangeAspect="1"/>
          </p:cNvPicPr>
          <p:nvPr>
            <p:ph sz="half" idx="1"/>
          </p:nvPr>
        </p:nvPicPr>
        <p:blipFill>
          <a:blip r:embed="rId3"/>
          <a:srcRect l="25847" r="12843"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7A56B9C0-D902-D308-4ECA-1C34F6923106}"/>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sz="2800" b="1" kern="1200">
                <a:solidFill>
                  <a:schemeClr val="tx1"/>
                </a:solidFill>
                <a:latin typeface="+mj-lt"/>
                <a:ea typeface="+mj-ea"/>
                <a:cs typeface="+mj-cs"/>
              </a:rPr>
              <a:t>Detection Abilities (E.g., Drugs, Explosives, Medical Conditions)</a:t>
            </a:r>
          </a:p>
        </p:txBody>
      </p:sp>
      <p:sp>
        <p:nvSpPr>
          <p:cNvPr id="4" name="Content Placeholder 3">
            <a:extLst>
              <a:ext uri="{FF2B5EF4-FFF2-40B4-BE49-F238E27FC236}">
                <a16:creationId xmlns:a16="http://schemas.microsoft.com/office/drawing/2014/main" id="{8C970D6B-D8AC-6DFA-EBAB-1BAAB0300C2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Exceptional Olfactory Abilities</a:t>
            </a:r>
          </a:p>
          <a:p>
            <a:pPr marL="0" lvl="1" indent="0">
              <a:buNone/>
            </a:pPr>
            <a:r>
              <a:rPr lang="en-US" sz="1400"/>
              <a:t>Dogs have highly developed sense of smell, which allows them to detect various substances effectively.</a:t>
            </a:r>
          </a:p>
          <a:p>
            <a:pPr marL="0" indent="0">
              <a:spcBef>
                <a:spcPts val="2500"/>
              </a:spcBef>
              <a:buNone/>
            </a:pPr>
            <a:r>
              <a:rPr lang="en-US" sz="1400" b="1"/>
              <a:t>Detection of Drugs</a:t>
            </a:r>
          </a:p>
          <a:p>
            <a:pPr marL="0" lvl="1" indent="0">
              <a:buNone/>
            </a:pPr>
            <a:r>
              <a:rPr lang="en-US" sz="1400"/>
              <a:t>Trained dogs are widely used in law enforcement to detect illegal drugs, enhancing safety and security.</a:t>
            </a:r>
          </a:p>
          <a:p>
            <a:pPr marL="0" indent="0">
              <a:spcBef>
                <a:spcPts val="2500"/>
              </a:spcBef>
              <a:buNone/>
            </a:pPr>
            <a:r>
              <a:rPr lang="en-US" sz="1400" b="1"/>
              <a:t>Explosives Detection</a:t>
            </a:r>
          </a:p>
          <a:p>
            <a:pPr marL="0" lvl="1" indent="0">
              <a:buNone/>
            </a:pPr>
            <a:r>
              <a:rPr lang="en-US" sz="1400"/>
              <a:t>Dogs are essential in detecting explosives, playing critical roles in security at events and transportation hubs.</a:t>
            </a:r>
          </a:p>
          <a:p>
            <a:pPr marL="0" indent="0">
              <a:spcBef>
                <a:spcPts val="2500"/>
              </a:spcBef>
              <a:buNone/>
            </a:pPr>
            <a:r>
              <a:rPr lang="en-US" sz="1400" b="1"/>
              <a:t>Medical Condition Detection</a:t>
            </a:r>
          </a:p>
          <a:p>
            <a:pPr marL="0" lvl="1" indent="0">
              <a:buNone/>
            </a:pPr>
            <a:r>
              <a:rPr lang="en-US" sz="1400"/>
              <a:t>Some dogs can alert humans to medical conditions like low blood sugar or seizures, showcasing their unique capabilities.</a:t>
            </a:r>
          </a:p>
        </p:txBody>
      </p:sp>
    </p:spTree>
    <p:extLst>
      <p:ext uri="{BB962C8B-B14F-4D97-AF65-F5344CB8AC3E}">
        <p14:creationId xmlns:p14="http://schemas.microsoft.com/office/powerpoint/2010/main" val="3420233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46C92D7-A384-B164-96BB-3429C0383AF6}"/>
              </a:ext>
            </a:extLst>
          </p:cNvPr>
          <p:cNvSpPr>
            <a:spLocks noGrp="1"/>
          </p:cNvSpPr>
          <p:nvPr>
            <p:ph type="ctrTitle"/>
          </p:nvPr>
        </p:nvSpPr>
        <p:spPr>
          <a:xfrm>
            <a:off x="277091" y="1814321"/>
            <a:ext cx="7772400" cy="4560920"/>
          </a:xfrm>
        </p:spPr>
        <p:txBody>
          <a:bodyPr anchor="b">
            <a:normAutofit/>
          </a:bodyPr>
          <a:lstStyle/>
          <a:p>
            <a:pPr algn="l"/>
            <a:r>
              <a:rPr lang="en-US" sz="7400"/>
              <a:t>Social and Emotional Impact</a:t>
            </a:r>
          </a:p>
        </p:txBody>
      </p:sp>
    </p:spTree>
    <p:extLst>
      <p:ext uri="{BB962C8B-B14F-4D97-AF65-F5344CB8AC3E}">
        <p14:creationId xmlns:p14="http://schemas.microsoft.com/office/powerpoint/2010/main" val="173545734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erson holding dog leashes, walking with three dogs through autumn leaves">
            <a:extLst>
              <a:ext uri="{FF2B5EF4-FFF2-40B4-BE49-F238E27FC236}">
                <a16:creationId xmlns:a16="http://schemas.microsoft.com/office/drawing/2014/main" id="{B5DC3E91-3F1F-460A-B17F-F33D5CE678B6}"/>
              </a:ext>
            </a:extLst>
          </p:cNvPr>
          <p:cNvPicPr>
            <a:picLocks noGrp="1" noChangeAspect="1"/>
          </p:cNvPicPr>
          <p:nvPr>
            <p:ph sz="half" idx="1"/>
          </p:nvPr>
        </p:nvPicPr>
        <p:blipFill>
          <a:blip r:embed="rId3"/>
          <a:srcRect t="18140" r="-1" b="10034"/>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55ABDB2D-C34D-7D4A-2706-F151458AFEB4}"/>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Dogs' Impact on Social Interactions</a:t>
            </a:r>
          </a:p>
        </p:txBody>
      </p:sp>
      <p:sp>
        <p:nvSpPr>
          <p:cNvPr id="4" name="Content Placeholder 3">
            <a:extLst>
              <a:ext uri="{FF2B5EF4-FFF2-40B4-BE49-F238E27FC236}">
                <a16:creationId xmlns:a16="http://schemas.microsoft.com/office/drawing/2014/main" id="{2E773BC3-78E9-FC42-497C-346874A1129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Facilitating Connections</a:t>
            </a:r>
          </a:p>
          <a:p>
            <a:pPr marL="0" lvl="1" indent="0">
              <a:buNone/>
            </a:pPr>
            <a:r>
              <a:rPr lang="en-US" sz="1400"/>
              <a:t>Dogs serve as social catalysts, helping people connect and form friendships in various social settings.</a:t>
            </a:r>
          </a:p>
          <a:p>
            <a:pPr marL="0" indent="0">
              <a:spcBef>
                <a:spcPts val="2500"/>
              </a:spcBef>
              <a:buNone/>
            </a:pPr>
            <a:r>
              <a:rPr lang="en-US" sz="1400" b="1"/>
              <a:t>Shared Experiences</a:t>
            </a:r>
          </a:p>
          <a:p>
            <a:pPr marL="0" lvl="1" indent="0">
              <a:buNone/>
            </a:pPr>
            <a:r>
              <a:rPr lang="en-US" sz="1400"/>
              <a:t>Dog ownership often leads to shared experiences among owners, creating common ground for deeper connections.</a:t>
            </a:r>
          </a:p>
        </p:txBody>
      </p:sp>
    </p:spTree>
    <p:extLst>
      <p:ext uri="{BB962C8B-B14F-4D97-AF65-F5344CB8AC3E}">
        <p14:creationId xmlns:p14="http://schemas.microsoft.com/office/powerpoint/2010/main" val="35101980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ute and lovely girl spending her leisure time by playing with her French bulldog at home.">
            <a:extLst>
              <a:ext uri="{FF2B5EF4-FFF2-40B4-BE49-F238E27FC236}">
                <a16:creationId xmlns:a16="http://schemas.microsoft.com/office/drawing/2014/main" id="{0CC5B647-6609-40AE-B444-4FBCC1189540}"/>
              </a:ext>
            </a:extLst>
          </p:cNvPr>
          <p:cNvPicPr>
            <a:picLocks noGrp="1" noChangeAspect="1"/>
          </p:cNvPicPr>
          <p:nvPr>
            <p:ph sz="half" idx="1"/>
          </p:nvPr>
        </p:nvPicPr>
        <p:blipFill>
          <a:blip r:embed="rId3"/>
          <a:srcRect l="24123" r="13843"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6770B132-98A5-9809-C60A-A85B33136C64}"/>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Emotional Support and Comfort</a:t>
            </a:r>
          </a:p>
        </p:txBody>
      </p:sp>
      <p:sp>
        <p:nvSpPr>
          <p:cNvPr id="4" name="Content Placeholder 3">
            <a:extLst>
              <a:ext uri="{FF2B5EF4-FFF2-40B4-BE49-F238E27FC236}">
                <a16:creationId xmlns:a16="http://schemas.microsoft.com/office/drawing/2014/main" id="{A9957E44-ADDB-6252-5430-529A59979A1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79" y="2212848"/>
            <a:ext cx="4361688" cy="4096512"/>
          </a:xfrm>
        </p:spPr>
        <p:txBody>
          <a:bodyPr>
            <a:normAutofit/>
          </a:bodyPr>
          <a:lstStyle/>
          <a:p>
            <a:pPr marL="0" indent="0">
              <a:spcBef>
                <a:spcPts val="2500"/>
              </a:spcBef>
              <a:buNone/>
            </a:pPr>
            <a:r>
              <a:rPr lang="en-US" sz="1400" b="1"/>
              <a:t>Companionship During Hard Times</a:t>
            </a:r>
          </a:p>
          <a:p>
            <a:pPr marL="0" lvl="1" indent="0">
              <a:buNone/>
            </a:pPr>
            <a:r>
              <a:rPr lang="en-US" sz="1400"/>
              <a:t>Dogs offer unwavering companionship, providing comfort and reducing feelings of loneliness during difficult moments.</a:t>
            </a:r>
          </a:p>
          <a:p>
            <a:pPr marL="0" indent="0">
              <a:spcBef>
                <a:spcPts val="2500"/>
              </a:spcBef>
              <a:buNone/>
            </a:pPr>
            <a:r>
              <a:rPr lang="en-US" sz="1400" b="1"/>
              <a:t>Enhancing Emotional Resilience</a:t>
            </a:r>
          </a:p>
          <a:p>
            <a:pPr marL="0" lvl="1" indent="0">
              <a:buNone/>
            </a:pPr>
            <a:r>
              <a:rPr lang="en-US" sz="1400"/>
              <a:t>The affectionate nature of dogs helps their owners build emotional resilience, fostering a sense of security and stability.</a:t>
            </a:r>
          </a:p>
        </p:txBody>
      </p:sp>
    </p:spTree>
    <p:extLst>
      <p:ext uri="{BB962C8B-B14F-4D97-AF65-F5344CB8AC3E}">
        <p14:creationId xmlns:p14="http://schemas.microsoft.com/office/powerpoint/2010/main" val="3687915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amoyed dog waiting for a veterinarian. Sitting in a vets office waiting room with it's pet owner.">
            <a:extLst>
              <a:ext uri="{FF2B5EF4-FFF2-40B4-BE49-F238E27FC236}">
                <a16:creationId xmlns:a16="http://schemas.microsoft.com/office/drawing/2014/main" id="{07434871-91FE-437B-8778-EF4671660900}"/>
              </a:ext>
            </a:extLst>
          </p:cNvPr>
          <p:cNvPicPr>
            <a:picLocks noGrp="1" noChangeAspect="1"/>
          </p:cNvPicPr>
          <p:nvPr>
            <p:ph sz="half" idx="1"/>
          </p:nvPr>
        </p:nvPicPr>
        <p:blipFill>
          <a:blip r:embed="rId3"/>
          <a:srcRect l="38165" r="1404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1CE04E58-2815-E545-9428-E6EC2987E969}"/>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Dogs in Therapy and Support Roles</a:t>
            </a:r>
          </a:p>
        </p:txBody>
      </p:sp>
      <p:sp>
        <p:nvSpPr>
          <p:cNvPr id="4" name="Content Placeholder 3">
            <a:extLst>
              <a:ext uri="{FF2B5EF4-FFF2-40B4-BE49-F238E27FC236}">
                <a16:creationId xmlns:a16="http://schemas.microsoft.com/office/drawing/2014/main" id="{2C4D21ED-4CA9-BA13-F26D-E0966F1A813E}"/>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Role of Therapy Dogs</a:t>
            </a:r>
          </a:p>
          <a:p>
            <a:pPr marL="0" lvl="1" indent="0">
              <a:buNone/>
            </a:pPr>
            <a:r>
              <a:rPr lang="en-US" sz="1400"/>
              <a:t>Therapy dogs provide comfort and emotional support to individuals in various environments, enhancing mental well-being.</a:t>
            </a:r>
          </a:p>
          <a:p>
            <a:pPr marL="0" indent="0">
              <a:spcBef>
                <a:spcPts val="2500"/>
              </a:spcBef>
              <a:buNone/>
            </a:pPr>
            <a:r>
              <a:rPr lang="en-US" sz="1400" b="1"/>
              <a:t>Benefits of Canine Companionship</a:t>
            </a:r>
          </a:p>
          <a:p>
            <a:pPr marL="0" lvl="1" indent="0">
              <a:buNone/>
            </a:pPr>
            <a:r>
              <a:rPr lang="en-US" sz="1400"/>
              <a:t>Canine companionship has proven emotional benefits, helping to alleviate stress and anxiety in individuals.</a:t>
            </a:r>
          </a:p>
          <a:p>
            <a:pPr marL="0" indent="0">
              <a:spcBef>
                <a:spcPts val="2500"/>
              </a:spcBef>
              <a:buNone/>
            </a:pPr>
            <a:r>
              <a:rPr lang="en-US" sz="1400" b="1"/>
              <a:t>Settings for Therapy Dogs</a:t>
            </a:r>
          </a:p>
          <a:p>
            <a:pPr marL="0" lvl="1" indent="0">
              <a:buNone/>
            </a:pPr>
            <a:r>
              <a:rPr lang="en-US" sz="1400"/>
              <a:t>Therapy dogs operate in various settings, including hospitals, schools, and nursing homes, providing vital support.</a:t>
            </a:r>
          </a:p>
        </p:txBody>
      </p:sp>
    </p:spTree>
    <p:extLst>
      <p:ext uri="{BB962C8B-B14F-4D97-AF65-F5344CB8AC3E}">
        <p14:creationId xmlns:p14="http://schemas.microsoft.com/office/powerpoint/2010/main" val="36450763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F9F983F5-6FC1-5985-D0C6-17388B947576}"/>
              </a:ext>
            </a:extLst>
          </p:cNvPr>
          <p:cNvSpPr>
            <a:spLocks noGrp="1"/>
          </p:cNvSpPr>
          <p:nvPr>
            <p:ph type="title"/>
          </p:nvPr>
        </p:nvSpPr>
        <p:spPr>
          <a:xfrm>
            <a:off x="612648" y="1847088"/>
            <a:ext cx="7344336" cy="1133856"/>
          </a:xfrm>
        </p:spPr>
        <p:txBody>
          <a:bodyPr anchor="b">
            <a:normAutofit/>
          </a:bodyPr>
          <a:lstStyle/>
          <a:p>
            <a:r>
              <a:rPr lang="en-US" sz="6000"/>
              <a:t>Conclusion</a:t>
            </a:r>
          </a:p>
        </p:txBody>
      </p:sp>
      <p:graphicFrame>
        <p:nvGraphicFramePr>
          <p:cNvPr id="9" name="Content Placeholder 2">
            <a:extLst>
              <a:ext uri="{FF2B5EF4-FFF2-40B4-BE49-F238E27FC236}">
                <a16:creationId xmlns:a16="http://schemas.microsoft.com/office/drawing/2014/main" id="{AEA1D51B-F525-C3B3-41B6-C6972299210E}"/>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6815489"/>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VanillaVTI</vt:lpstr>
      <vt:lpstr>Why Dogs Are Better Than Cats: An In-Depth Comparison</vt:lpstr>
      <vt:lpstr>Agenda Items</vt:lpstr>
      <vt:lpstr>Companionship and Loyalty</vt:lpstr>
      <vt:lpstr>Affectionate and Loyal Nature of Dogs</vt:lpstr>
      <vt:lpstr>Dogs as Social Companions</vt:lpstr>
      <vt:lpstr>Dogs' Ability to Form Strong Bonds with Humans</vt:lpstr>
      <vt:lpstr>Training and Behavior</vt:lpstr>
      <vt:lpstr>Ease of Training Dogs</vt:lpstr>
      <vt:lpstr>Obedience and Predictability</vt:lpstr>
      <vt:lpstr>Service and Working Dogs: Roles and Responsibilities</vt:lpstr>
      <vt:lpstr>Hero Dogs in Movies Vs. Hero Cats in Movies</vt:lpstr>
      <vt:lpstr>Popularity of Hero Dogs in Cinema</vt:lpstr>
      <vt:lpstr>Iconic Hero Dog Movies</vt:lpstr>
      <vt:lpstr>Comparative Analysis: Hero Dogs Vs. Hero Cats</vt:lpstr>
      <vt:lpstr>Health and Exercise Benefits</vt:lpstr>
      <vt:lpstr>Dogs Encourage Physical Activity</vt:lpstr>
      <vt:lpstr>Therapeutic Benefits of Dog Ownership</vt:lpstr>
      <vt:lpstr>Mental Health Advantages</vt:lpstr>
      <vt:lpstr>Cost Comparison: Dog Food vs. Cat Food</vt:lpstr>
      <vt:lpstr>Protection and Security</vt:lpstr>
      <vt:lpstr>Dogs as Protectors and Guardians</vt:lpstr>
      <vt:lpstr>Detection Abilities (E.g., Drugs, Explosives, Medical Conditions)</vt:lpstr>
      <vt:lpstr>Social and Emotional Impact</vt:lpstr>
      <vt:lpstr>Dogs' Impact on Social Interactions</vt:lpstr>
      <vt:lpstr>Emotional Support and Comfort</vt:lpstr>
      <vt:lpstr>Dogs in Therapy and Support Roles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cp:revision>
  <dcterms:created xsi:type="dcterms:W3CDTF">2025-01-30T19:33:21Z</dcterms:created>
  <dcterms:modified xsi:type="dcterms:W3CDTF">2025-01-30T19:35:49Z</dcterms:modified>
</cp:coreProperties>
</file>